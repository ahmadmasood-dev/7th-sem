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9.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1.xml" ContentType="application/vnd.openxmlformats-officedocument.presentationml.notesSlide+xml"/>
  <Override PartName="/ppt/notesSlides/notesSlide33.xml" ContentType="application/vnd.openxmlformats-officedocument.presentationml.notesSlide+xml"/>
  <Override PartName="/ppt/notesSlides/notesSlide1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390" r:id="rId3"/>
    <p:sldId id="397" r:id="rId4"/>
    <p:sldId id="398" r:id="rId5"/>
    <p:sldId id="399" r:id="rId6"/>
    <p:sldId id="400" r:id="rId7"/>
    <p:sldId id="401" r:id="rId8"/>
    <p:sldId id="402" r:id="rId9"/>
    <p:sldId id="403" r:id="rId10"/>
    <p:sldId id="404" r:id="rId11"/>
    <p:sldId id="405" r:id="rId12"/>
    <p:sldId id="406" r:id="rId13"/>
    <p:sldId id="407" r:id="rId14"/>
    <p:sldId id="408" r:id="rId15"/>
    <p:sldId id="409" r:id="rId16"/>
    <p:sldId id="410" r:id="rId17"/>
    <p:sldId id="411" r:id="rId18"/>
    <p:sldId id="412" r:id="rId19"/>
    <p:sldId id="413" r:id="rId20"/>
    <p:sldId id="414" r:id="rId21"/>
    <p:sldId id="415" r:id="rId22"/>
    <p:sldId id="416" r:id="rId23"/>
    <p:sldId id="417" r:id="rId24"/>
    <p:sldId id="418" r:id="rId25"/>
    <p:sldId id="419" r:id="rId26"/>
    <p:sldId id="420" r:id="rId27"/>
    <p:sldId id="421" r:id="rId28"/>
    <p:sldId id="422" r:id="rId29"/>
    <p:sldId id="423" r:id="rId30"/>
    <p:sldId id="430" r:id="rId31"/>
    <p:sldId id="424" r:id="rId32"/>
    <p:sldId id="425" r:id="rId33"/>
    <p:sldId id="427" r:id="rId34"/>
    <p:sldId id="426" r:id="rId35"/>
    <p:sldId id="428" r:id="rId36"/>
    <p:sldId id="429"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4629" autoAdjust="0"/>
  </p:normalViewPr>
  <p:slideViewPr>
    <p:cSldViewPr>
      <p:cViewPr varScale="1">
        <p:scale>
          <a:sx n="63" d="100"/>
          <a:sy n="63" d="100"/>
        </p:scale>
        <p:origin x="1596" y="66"/>
      </p:cViewPr>
      <p:guideLst>
        <p:guide orient="horz" pos="2160"/>
        <p:guide pos="2880"/>
      </p:guideLst>
    </p:cSldViewPr>
  </p:slideViewPr>
  <p:outlineViewPr>
    <p:cViewPr>
      <p:scale>
        <a:sx n="33" d="100"/>
        <a:sy n="33" d="100"/>
      </p:scale>
      <p:origin x="48" y="4295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45"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0520FC-D788-48C1-BB99-0370BEB8FF51}" type="datetimeFigureOut">
              <a:rPr lang="en-IE" smtClean="0"/>
              <a:t>24/02/2025</a:t>
            </a:fld>
            <a:endParaRPr lang="en-IE"/>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48A391-A794-471D-B72A-F262B2B3B5B4}" type="slidenum">
              <a:rPr lang="en-IE" smtClean="0"/>
              <a:t>‹#›</a:t>
            </a:fld>
            <a:endParaRPr lang="en-IE"/>
          </a:p>
        </p:txBody>
      </p:sp>
    </p:spTree>
    <p:extLst>
      <p:ext uri="{BB962C8B-B14F-4D97-AF65-F5344CB8AC3E}">
        <p14:creationId xmlns:p14="http://schemas.microsoft.com/office/powerpoint/2010/main" val="40217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3</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4</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5</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6</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7</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8</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9</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10</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11</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12</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13</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14</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15</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16</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17</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18</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19</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20</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21</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22</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23</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24</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25</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26</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27</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28</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29</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30</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31</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32</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33</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34</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35</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E92E74E-AD07-42B6-817A-6B50DDE4678B}" type="slidenum">
              <a:rPr lang="en-US"/>
              <a:pPr>
                <a:defRPr/>
              </a:pPr>
              <a:t>36</a:t>
            </a:fld>
            <a:endParaRPr lang="en-US"/>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23B5AF71-02A3-46FB-8593-3D5F029059DF}" type="datetimeFigureOut">
              <a:rPr lang="en-IE" smtClean="0"/>
              <a:t>24/02/2025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9284FB45-1ED6-41BB-A146-54B96BE78B7D}" type="slidenum">
              <a:rPr lang="en-IE" smtClean="0"/>
              <a:t>‹#›</a:t>
            </a:fld>
            <a:endParaRPr lang="en-IE"/>
          </a:p>
        </p:txBody>
      </p:sp>
    </p:spTree>
    <p:extLst>
      <p:ext uri="{BB962C8B-B14F-4D97-AF65-F5344CB8AC3E}">
        <p14:creationId xmlns:p14="http://schemas.microsoft.com/office/powerpoint/2010/main" val="2255258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lvl1pPr>
              <a:defRPr>
                <a:solidFill>
                  <a:srgbClr val="FF0000"/>
                </a:solidFill>
              </a:defRPr>
            </a:lvl1pPr>
            <a:lvl2pPr>
              <a:defRPr>
                <a:solidFill>
                  <a:schemeClr val="tx1"/>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Date Placeholder 3"/>
          <p:cNvSpPr>
            <a:spLocks noGrp="1"/>
          </p:cNvSpPr>
          <p:nvPr>
            <p:ph type="dt" sz="half" idx="10"/>
          </p:nvPr>
        </p:nvSpPr>
        <p:spPr/>
        <p:txBody>
          <a:bodyPr/>
          <a:lstStyle/>
          <a:p>
            <a:fld id="{23B5AF71-02A3-46FB-8593-3D5F029059DF}" type="datetimeFigureOut">
              <a:rPr lang="en-IE" smtClean="0"/>
              <a:t>24/02/2025</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9284FB45-1ED6-41BB-A146-54B96BE78B7D}" type="slidenum">
              <a:rPr lang="en-IE" smtClean="0"/>
              <a:t>‹#›</a:t>
            </a:fld>
            <a:endParaRPr lang="en-IE"/>
          </a:p>
        </p:txBody>
      </p:sp>
    </p:spTree>
    <p:extLst>
      <p:ext uri="{BB962C8B-B14F-4D97-AF65-F5344CB8AC3E}">
        <p14:creationId xmlns:p14="http://schemas.microsoft.com/office/powerpoint/2010/main" val="9232299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endParaRPr lang="en-IE"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5AF71-02A3-46FB-8593-3D5F029059DF}" type="datetimeFigureOut">
              <a:rPr lang="en-IE" smtClean="0"/>
              <a:t>24/02/2025</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7" name="TextBox 6"/>
          <p:cNvSpPr txBox="1"/>
          <p:nvPr userDrawn="1"/>
        </p:nvSpPr>
        <p:spPr>
          <a:xfrm>
            <a:off x="8458200" y="6477000"/>
            <a:ext cx="685800" cy="381000"/>
          </a:xfrm>
          <a:prstGeom prst="rect">
            <a:avLst/>
          </a:prstGeom>
          <a:noFill/>
        </p:spPr>
        <p:txBody>
          <a:bodyPr wrap="square" rtlCol="0">
            <a:spAutoFit/>
          </a:bodyPr>
          <a:lstStyle/>
          <a:p>
            <a:pPr algn="r"/>
            <a:fld id="{361424CE-21A9-40ED-A480-F74D0252FFC4}" type="slidenum">
              <a:rPr lang="en-IE" smtClean="0"/>
              <a:pPr algn="r"/>
              <a:t>‹#›</a:t>
            </a:fld>
            <a:endParaRPr lang="en-IE" dirty="0"/>
          </a:p>
        </p:txBody>
      </p:sp>
    </p:spTree>
    <p:extLst>
      <p:ext uri="{BB962C8B-B14F-4D97-AF65-F5344CB8AC3E}">
        <p14:creationId xmlns:p14="http://schemas.microsoft.com/office/powerpoint/2010/main" val="3243519232"/>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914400" rtl="0" eaLnBrk="1" latinLnBrk="0" hangingPunct="1">
        <a:spcBef>
          <a:spcPct val="0"/>
        </a:spcBef>
        <a:buNone/>
        <a:defRPr sz="44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C00000"/>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rgbClr val="FF0000"/>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google.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Net Centric Programming</a:t>
            </a:r>
            <a:endParaRPr lang="en-IE" dirty="0"/>
          </a:p>
        </p:txBody>
      </p:sp>
      <p:sp>
        <p:nvSpPr>
          <p:cNvPr id="3" name="Subtitle 2"/>
          <p:cNvSpPr>
            <a:spLocks noGrp="1"/>
          </p:cNvSpPr>
          <p:nvPr>
            <p:ph type="subTitle" idx="1"/>
          </p:nvPr>
        </p:nvSpPr>
        <p:spPr/>
        <p:txBody>
          <a:bodyPr/>
          <a:lstStyle/>
          <a:p>
            <a:r>
              <a:rPr lang="en-US" dirty="0">
                <a:solidFill>
                  <a:srgbClr val="FF0000"/>
                </a:solidFill>
              </a:rPr>
              <a:t>Adeel-ur-Rehman</a:t>
            </a:r>
            <a:endParaRPr lang="en-IE" dirty="0">
              <a:solidFill>
                <a:srgbClr val="FF0000"/>
              </a:solidFill>
            </a:endParaRPr>
          </a:p>
        </p:txBody>
      </p:sp>
    </p:spTree>
    <p:extLst>
      <p:ext uri="{BB962C8B-B14F-4D97-AF65-F5344CB8AC3E}">
        <p14:creationId xmlns:p14="http://schemas.microsoft.com/office/powerpoint/2010/main" val="3993522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39762"/>
          </a:xfrm>
        </p:spPr>
        <p:txBody>
          <a:bodyPr>
            <a:normAutofit fontScale="90000"/>
          </a:bodyPr>
          <a:lstStyle/>
          <a:p>
            <a:r>
              <a:rPr lang="en-US" dirty="0"/>
              <a:t>IP Addresses</a:t>
            </a:r>
            <a:endParaRPr lang="en-IE" dirty="0"/>
          </a:p>
        </p:txBody>
      </p:sp>
      <p:pic>
        <p:nvPicPr>
          <p:cNvPr id="17410" name="Picture 2" descr="Image result for ip addres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14400"/>
            <a:ext cx="4572000" cy="2613660"/>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Image result for ip addres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0" y="3886200"/>
            <a:ext cx="4610100" cy="276606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Image result for ip addres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944080"/>
            <a:ext cx="4724400" cy="2554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8458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err="1"/>
              <a:t>InetAddress</a:t>
            </a:r>
            <a:r>
              <a:rPr lang="en-US" altLang="en-US" dirty="0"/>
              <a:t> Class </a:t>
            </a:r>
          </a:p>
        </p:txBody>
      </p:sp>
      <p:sp>
        <p:nvSpPr>
          <p:cNvPr id="16387" name="Rectangle 3"/>
          <p:cNvSpPr>
            <a:spLocks noGrp="1" noChangeArrowheads="1"/>
          </p:cNvSpPr>
          <p:nvPr>
            <p:ph type="body" idx="1"/>
          </p:nvPr>
        </p:nvSpPr>
        <p:spPr>
          <a:xfrm>
            <a:off x="76200" y="914400"/>
            <a:ext cx="8991600" cy="5943600"/>
          </a:xfrm>
        </p:spPr>
        <p:txBody>
          <a:bodyPr>
            <a:normAutofit/>
          </a:bodyPr>
          <a:lstStyle/>
          <a:p>
            <a:r>
              <a:rPr lang="en-IE" sz="2400" dirty="0"/>
              <a:t>The </a:t>
            </a:r>
            <a:r>
              <a:rPr lang="en-IE" sz="2400" dirty="0" err="1">
                <a:solidFill>
                  <a:schemeClr val="tx2"/>
                </a:solidFill>
              </a:rPr>
              <a:t>java.net.InetAddress</a:t>
            </a:r>
            <a:r>
              <a:rPr lang="en-IE" sz="2400" dirty="0"/>
              <a:t> class is Java’s high-level representation of an IP address, both </a:t>
            </a:r>
            <a:r>
              <a:rPr lang="en-IE" sz="2400" dirty="0">
                <a:solidFill>
                  <a:schemeClr val="tx2"/>
                </a:solidFill>
              </a:rPr>
              <a:t>IPv4</a:t>
            </a:r>
            <a:r>
              <a:rPr lang="en-IE" sz="2400" dirty="0"/>
              <a:t> and </a:t>
            </a:r>
            <a:r>
              <a:rPr lang="en-IE" sz="2400" dirty="0">
                <a:solidFill>
                  <a:schemeClr val="tx2"/>
                </a:solidFill>
              </a:rPr>
              <a:t>IPv6</a:t>
            </a:r>
            <a:r>
              <a:rPr lang="en-IE" sz="2400" dirty="0"/>
              <a:t>. </a:t>
            </a:r>
          </a:p>
          <a:p>
            <a:r>
              <a:rPr lang="en-IE" sz="2400" dirty="0"/>
              <a:t>It is used by most of the other networking classes, including </a:t>
            </a:r>
            <a:r>
              <a:rPr lang="en-IE" sz="2400" dirty="0">
                <a:solidFill>
                  <a:schemeClr val="tx2"/>
                </a:solidFill>
              </a:rPr>
              <a:t>Socket</a:t>
            </a:r>
            <a:r>
              <a:rPr lang="en-IE" sz="2400" dirty="0"/>
              <a:t>, </a:t>
            </a:r>
            <a:r>
              <a:rPr lang="en-IE" sz="2400" dirty="0" err="1">
                <a:solidFill>
                  <a:schemeClr val="tx2"/>
                </a:solidFill>
              </a:rPr>
              <a:t>ServerSocket</a:t>
            </a:r>
            <a:r>
              <a:rPr lang="en-IE" sz="2400" dirty="0"/>
              <a:t>, </a:t>
            </a:r>
            <a:r>
              <a:rPr lang="en-IE" sz="2400" dirty="0">
                <a:solidFill>
                  <a:schemeClr val="tx2"/>
                </a:solidFill>
              </a:rPr>
              <a:t>URL</a:t>
            </a:r>
            <a:r>
              <a:rPr lang="en-IE" sz="2400" dirty="0"/>
              <a:t>, </a:t>
            </a:r>
            <a:r>
              <a:rPr lang="en-IE" sz="2400" dirty="0" err="1">
                <a:solidFill>
                  <a:schemeClr val="tx2"/>
                </a:solidFill>
              </a:rPr>
              <a:t>DatagramSocket</a:t>
            </a:r>
            <a:r>
              <a:rPr lang="en-IE" sz="2400" dirty="0"/>
              <a:t>, </a:t>
            </a:r>
            <a:r>
              <a:rPr lang="en-IE" sz="2400" dirty="0" err="1">
                <a:solidFill>
                  <a:schemeClr val="tx2"/>
                </a:solidFill>
              </a:rPr>
              <a:t>DatagramPacket</a:t>
            </a:r>
            <a:r>
              <a:rPr lang="en-IE" sz="2400" dirty="0"/>
              <a:t>, and more. </a:t>
            </a:r>
          </a:p>
          <a:p>
            <a:r>
              <a:rPr lang="en-IE" sz="2400" dirty="0"/>
              <a:t>Usually, it includes both a </a:t>
            </a:r>
            <a:r>
              <a:rPr lang="en-IE" sz="2400" dirty="0">
                <a:solidFill>
                  <a:schemeClr val="tx2"/>
                </a:solidFill>
              </a:rPr>
              <a:t>hostname</a:t>
            </a:r>
            <a:r>
              <a:rPr lang="en-IE" sz="2400" dirty="0"/>
              <a:t> and an </a:t>
            </a:r>
            <a:r>
              <a:rPr lang="en-IE" sz="2400" dirty="0">
                <a:solidFill>
                  <a:schemeClr val="tx2"/>
                </a:solidFill>
              </a:rPr>
              <a:t>IP address</a:t>
            </a:r>
            <a:r>
              <a:rPr lang="en-IE" sz="2400" dirty="0"/>
              <a:t>.</a:t>
            </a:r>
            <a:endParaRPr lang="en-US" altLang="en-US" sz="2800" b="1" dirty="0"/>
          </a:p>
        </p:txBody>
      </p:sp>
    </p:spTree>
    <p:extLst>
      <p:ext uri="{BB962C8B-B14F-4D97-AF65-F5344CB8AC3E}">
        <p14:creationId xmlns:p14="http://schemas.microsoft.com/office/powerpoint/2010/main" val="2935845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a:t>Create a new </a:t>
            </a:r>
            <a:r>
              <a:rPr lang="en-US" altLang="en-US" dirty="0" err="1"/>
              <a:t>InetAddress</a:t>
            </a:r>
            <a:r>
              <a:rPr lang="en-US" altLang="en-US" dirty="0"/>
              <a:t> Object</a:t>
            </a:r>
          </a:p>
        </p:txBody>
      </p:sp>
      <p:sp>
        <p:nvSpPr>
          <p:cNvPr id="16387" name="Rectangle 3"/>
          <p:cNvSpPr>
            <a:spLocks noGrp="1" noChangeArrowheads="1"/>
          </p:cNvSpPr>
          <p:nvPr>
            <p:ph type="body" idx="1"/>
          </p:nvPr>
        </p:nvSpPr>
        <p:spPr>
          <a:xfrm>
            <a:off x="76200" y="914400"/>
            <a:ext cx="8991600" cy="5943600"/>
          </a:xfrm>
        </p:spPr>
        <p:txBody>
          <a:bodyPr>
            <a:normAutofit/>
          </a:bodyPr>
          <a:lstStyle/>
          <a:p>
            <a:r>
              <a:rPr lang="en-IE" sz="2400" dirty="0"/>
              <a:t>There are </a:t>
            </a:r>
            <a:r>
              <a:rPr lang="en-IE" sz="2400" dirty="0">
                <a:solidFill>
                  <a:schemeClr val="tx2"/>
                </a:solidFill>
              </a:rPr>
              <a:t>no public constructors </a:t>
            </a:r>
            <a:r>
              <a:rPr lang="en-IE" sz="2400" dirty="0"/>
              <a:t>in the </a:t>
            </a:r>
            <a:r>
              <a:rPr lang="en-IE" sz="2400" dirty="0" err="1"/>
              <a:t>InetAddress</a:t>
            </a:r>
            <a:r>
              <a:rPr lang="en-IE" sz="2400" dirty="0"/>
              <a:t> class. </a:t>
            </a:r>
          </a:p>
          <a:p>
            <a:r>
              <a:rPr lang="en-IE" sz="2400" dirty="0"/>
              <a:t>Instead, </a:t>
            </a:r>
            <a:r>
              <a:rPr lang="en-IE" sz="2400" dirty="0" err="1"/>
              <a:t>InetAddress</a:t>
            </a:r>
            <a:r>
              <a:rPr lang="en-IE" sz="2400" dirty="0"/>
              <a:t> has static factory methods that connect to a DNS server to resolve a hostname. </a:t>
            </a:r>
          </a:p>
          <a:p>
            <a:r>
              <a:rPr lang="en-IE" sz="2400" dirty="0"/>
              <a:t>The most common is </a:t>
            </a:r>
            <a:r>
              <a:rPr lang="en-IE" sz="2400" dirty="0" err="1">
                <a:solidFill>
                  <a:schemeClr val="tx2"/>
                </a:solidFill>
              </a:rPr>
              <a:t>InetAddress.getByName</a:t>
            </a:r>
            <a:r>
              <a:rPr lang="en-IE" sz="2400" dirty="0">
                <a:solidFill>
                  <a:schemeClr val="tx2"/>
                </a:solidFill>
              </a:rPr>
              <a:t>(). </a:t>
            </a:r>
          </a:p>
          <a:p>
            <a:r>
              <a:rPr lang="en-IE" sz="2400" dirty="0"/>
              <a:t>For example, this is how you look up </a:t>
            </a:r>
            <a:r>
              <a:rPr lang="en-IE" sz="2400" i="1" dirty="0">
                <a:hlinkClick r:id="rId3"/>
              </a:rPr>
              <a:t>www.google.com</a:t>
            </a:r>
            <a:r>
              <a:rPr lang="en-IE" sz="2400" dirty="0"/>
              <a:t>:</a:t>
            </a:r>
          </a:p>
          <a:p>
            <a:r>
              <a:rPr lang="en-IE" sz="2000" dirty="0" err="1">
                <a:solidFill>
                  <a:srgbClr val="000089"/>
                </a:solidFill>
                <a:latin typeface="UbuntuMono-Regular"/>
              </a:rPr>
              <a:t>InetAddress</a:t>
            </a:r>
            <a:r>
              <a:rPr lang="en-IE" sz="2000" dirty="0">
                <a:solidFill>
                  <a:srgbClr val="000089"/>
                </a:solidFill>
                <a:latin typeface="UbuntuMono-Regular"/>
              </a:rPr>
              <a:t> address </a:t>
            </a:r>
            <a:r>
              <a:rPr lang="en-IE" sz="2000" dirty="0">
                <a:solidFill>
                  <a:srgbClr val="555555"/>
                </a:solidFill>
                <a:latin typeface="UbuntuMono-Regular"/>
              </a:rPr>
              <a:t>= </a:t>
            </a:r>
            <a:r>
              <a:rPr lang="en-IE" sz="2000" dirty="0" err="1">
                <a:solidFill>
                  <a:srgbClr val="000089"/>
                </a:solidFill>
                <a:latin typeface="UbuntuMono-Regular"/>
              </a:rPr>
              <a:t>InetAddress</a:t>
            </a:r>
            <a:r>
              <a:rPr lang="en-IE" sz="2000" dirty="0" err="1">
                <a:solidFill>
                  <a:srgbClr val="555555"/>
                </a:solidFill>
                <a:latin typeface="UbuntuMono-Regular"/>
              </a:rPr>
              <a:t>.</a:t>
            </a:r>
            <a:r>
              <a:rPr lang="en-IE" sz="2000" dirty="0" err="1">
                <a:solidFill>
                  <a:srgbClr val="33009A"/>
                </a:solidFill>
                <a:latin typeface="UbuntuMono-Regular"/>
              </a:rPr>
              <a:t>getByName</a:t>
            </a:r>
            <a:r>
              <a:rPr lang="en-IE" sz="2000">
                <a:solidFill>
                  <a:srgbClr val="555555"/>
                </a:solidFill>
                <a:latin typeface="UbuntuMono-Regular"/>
              </a:rPr>
              <a:t>(</a:t>
            </a:r>
            <a:r>
              <a:rPr lang="en-IE" sz="2000">
                <a:solidFill>
                  <a:srgbClr val="CD3300"/>
                </a:solidFill>
                <a:latin typeface="UbuntuMono-Regular"/>
              </a:rPr>
              <a:t>"www.google.com</a:t>
            </a:r>
            <a:r>
              <a:rPr lang="en-IE" sz="2000" dirty="0">
                <a:solidFill>
                  <a:srgbClr val="CD3300"/>
                </a:solidFill>
                <a:latin typeface="UbuntuMono-Regular"/>
              </a:rPr>
              <a:t>"</a:t>
            </a:r>
            <a:r>
              <a:rPr lang="en-IE" sz="2000" dirty="0">
                <a:solidFill>
                  <a:srgbClr val="555555"/>
                </a:solidFill>
                <a:latin typeface="UbuntuMono-Regular"/>
              </a:rPr>
              <a:t>);</a:t>
            </a:r>
            <a:endParaRPr lang="en-IE" sz="2000" dirty="0"/>
          </a:p>
        </p:txBody>
      </p:sp>
    </p:spTree>
    <p:extLst>
      <p:ext uri="{BB962C8B-B14F-4D97-AF65-F5344CB8AC3E}">
        <p14:creationId xmlns:p14="http://schemas.microsoft.com/office/powerpoint/2010/main" val="2177649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a:t>Example (Get IP Address)</a:t>
            </a:r>
          </a:p>
        </p:txBody>
      </p:sp>
      <p:sp>
        <p:nvSpPr>
          <p:cNvPr id="16387" name="Rectangle 3"/>
          <p:cNvSpPr>
            <a:spLocks noGrp="1" noChangeArrowheads="1"/>
          </p:cNvSpPr>
          <p:nvPr>
            <p:ph type="body" idx="1"/>
          </p:nvPr>
        </p:nvSpPr>
        <p:spPr>
          <a:xfrm>
            <a:off x="76200" y="914400"/>
            <a:ext cx="8991600" cy="5943600"/>
          </a:xfrm>
        </p:spPr>
        <p:txBody>
          <a:bodyPr>
            <a:normAutofit/>
          </a:bodyPr>
          <a:lstStyle/>
          <a:p>
            <a:pPr marL="0" indent="0">
              <a:buNone/>
            </a:pPr>
            <a:r>
              <a:rPr lang="en-IE" sz="2000" b="1" dirty="0">
                <a:solidFill>
                  <a:srgbClr val="00669A"/>
                </a:solidFill>
                <a:latin typeface="UbuntuMono-Bold"/>
              </a:rPr>
              <a:t>import </a:t>
            </a:r>
            <a:r>
              <a:rPr lang="en-IE" sz="2000" b="1" dirty="0">
                <a:solidFill>
                  <a:srgbClr val="00CDFF"/>
                </a:solidFill>
                <a:latin typeface="UbuntuMono-Bold"/>
              </a:rPr>
              <a:t>java.net.*</a:t>
            </a:r>
            <a:r>
              <a:rPr lang="en-IE" sz="2000" dirty="0">
                <a:solidFill>
                  <a:srgbClr val="555555"/>
                </a:solidFill>
                <a:latin typeface="UbuntuMono-Regular"/>
              </a:rPr>
              <a:t>;</a:t>
            </a:r>
          </a:p>
          <a:p>
            <a:pPr marL="0" indent="0">
              <a:buNone/>
            </a:pPr>
            <a:r>
              <a:rPr lang="en-IE" sz="2000" b="1" dirty="0">
                <a:solidFill>
                  <a:srgbClr val="00669A"/>
                </a:solidFill>
                <a:latin typeface="UbuntuMono-Bold"/>
              </a:rPr>
              <a:t>public class </a:t>
            </a:r>
            <a:r>
              <a:rPr lang="en-IE" sz="2000" b="1" dirty="0">
                <a:solidFill>
                  <a:srgbClr val="00AB89"/>
                </a:solidFill>
                <a:latin typeface="UbuntuMono-Bold"/>
              </a:rPr>
              <a:t>Test</a:t>
            </a:r>
            <a:r>
              <a:rPr lang="en-IE" sz="2000" dirty="0">
                <a:solidFill>
                  <a:srgbClr val="555555"/>
                </a:solidFill>
                <a:latin typeface="UbuntuMono-Regular"/>
              </a:rPr>
              <a:t>{</a:t>
            </a:r>
          </a:p>
          <a:p>
            <a:pPr marL="0" indent="0">
              <a:buNone/>
            </a:pPr>
            <a:r>
              <a:rPr lang="en-IE" sz="2000" b="1" dirty="0">
                <a:solidFill>
                  <a:srgbClr val="00669A"/>
                </a:solidFill>
                <a:latin typeface="UbuntuMono-Bold"/>
              </a:rPr>
              <a:t>public static </a:t>
            </a:r>
            <a:r>
              <a:rPr lang="en-IE" sz="2000" b="1" dirty="0">
                <a:solidFill>
                  <a:srgbClr val="007789"/>
                </a:solidFill>
                <a:latin typeface="UbuntuMono-Bold"/>
              </a:rPr>
              <a:t>void </a:t>
            </a:r>
            <a:r>
              <a:rPr lang="en-IE" sz="2000" dirty="0">
                <a:solidFill>
                  <a:srgbClr val="CD00FF"/>
                </a:solidFill>
                <a:latin typeface="UbuntuMono-Regular"/>
              </a:rPr>
              <a:t>main </a:t>
            </a:r>
            <a:r>
              <a:rPr lang="en-IE" sz="2000" dirty="0">
                <a:solidFill>
                  <a:srgbClr val="555555"/>
                </a:solidFill>
                <a:latin typeface="UbuntuMono-Regular"/>
              </a:rPr>
              <a:t>(</a:t>
            </a:r>
            <a:r>
              <a:rPr lang="en-IE" sz="2000" dirty="0">
                <a:solidFill>
                  <a:srgbClr val="000089"/>
                </a:solidFill>
                <a:latin typeface="UbuntuMono-Regular"/>
              </a:rPr>
              <a:t>String</a:t>
            </a:r>
            <a:r>
              <a:rPr lang="en-IE" sz="2000" dirty="0">
                <a:solidFill>
                  <a:srgbClr val="555555"/>
                </a:solidFill>
                <a:latin typeface="UbuntuMono-Regular"/>
              </a:rPr>
              <a:t>[] </a:t>
            </a:r>
            <a:r>
              <a:rPr lang="en-IE" sz="2000" dirty="0" err="1">
                <a:solidFill>
                  <a:srgbClr val="000089"/>
                </a:solidFill>
                <a:latin typeface="UbuntuMono-Regular"/>
              </a:rPr>
              <a:t>args</a:t>
            </a:r>
            <a:r>
              <a:rPr lang="en-IE" sz="2000" dirty="0">
                <a:solidFill>
                  <a:srgbClr val="555555"/>
                </a:solidFill>
                <a:latin typeface="UbuntuMono-Regular"/>
              </a:rPr>
              <a:t>) {</a:t>
            </a:r>
          </a:p>
          <a:p>
            <a:pPr marL="0" indent="0">
              <a:buNone/>
            </a:pPr>
            <a:r>
              <a:rPr lang="en-IE" sz="2000" b="1" dirty="0">
                <a:solidFill>
                  <a:srgbClr val="00669A"/>
                </a:solidFill>
                <a:latin typeface="UbuntuMono-Bold"/>
              </a:rPr>
              <a:t>try </a:t>
            </a:r>
            <a:r>
              <a:rPr lang="en-IE" sz="2000" dirty="0">
                <a:solidFill>
                  <a:srgbClr val="555555"/>
                </a:solidFill>
                <a:latin typeface="UbuntuMono-Regular"/>
              </a:rPr>
              <a:t>{</a:t>
            </a:r>
          </a:p>
          <a:p>
            <a:pPr marL="0" indent="0">
              <a:buNone/>
            </a:pPr>
            <a:r>
              <a:rPr lang="en-IE" sz="2000" dirty="0">
                <a:solidFill>
                  <a:srgbClr val="000089"/>
                </a:solidFill>
                <a:latin typeface="UbuntuMono-Regular"/>
              </a:rPr>
              <a:t>	</a:t>
            </a:r>
            <a:r>
              <a:rPr lang="en-IE" sz="2000" dirty="0" err="1">
                <a:solidFill>
                  <a:srgbClr val="000089"/>
                </a:solidFill>
                <a:latin typeface="UbuntuMono-Regular"/>
              </a:rPr>
              <a:t>InetAddress</a:t>
            </a:r>
            <a:r>
              <a:rPr lang="en-IE" sz="2000" dirty="0">
                <a:solidFill>
                  <a:srgbClr val="000089"/>
                </a:solidFill>
                <a:latin typeface="UbuntuMono-Regular"/>
              </a:rPr>
              <a:t> address </a:t>
            </a:r>
            <a:r>
              <a:rPr lang="en-IE" sz="2000" dirty="0">
                <a:solidFill>
                  <a:srgbClr val="555555"/>
                </a:solidFill>
                <a:latin typeface="UbuntuMono-Regular"/>
              </a:rPr>
              <a:t>= </a:t>
            </a:r>
            <a:r>
              <a:rPr lang="en-IE" sz="2000" dirty="0" err="1">
                <a:solidFill>
                  <a:srgbClr val="000089"/>
                </a:solidFill>
                <a:latin typeface="UbuntuMono-Regular"/>
              </a:rPr>
              <a:t>InetAddress</a:t>
            </a:r>
            <a:r>
              <a:rPr lang="en-IE" sz="2000" dirty="0" err="1">
                <a:solidFill>
                  <a:srgbClr val="555555"/>
                </a:solidFill>
                <a:latin typeface="UbuntuMono-Regular"/>
              </a:rPr>
              <a:t>.</a:t>
            </a:r>
            <a:r>
              <a:rPr lang="en-IE" sz="2000" dirty="0" err="1">
                <a:solidFill>
                  <a:srgbClr val="33009A"/>
                </a:solidFill>
                <a:latin typeface="UbuntuMono-Regular"/>
              </a:rPr>
              <a:t>getByName</a:t>
            </a:r>
            <a:r>
              <a:rPr lang="en-IE" sz="2000" dirty="0">
                <a:solidFill>
                  <a:srgbClr val="555555"/>
                </a:solidFill>
                <a:latin typeface="UbuntuMono-Regular"/>
              </a:rPr>
              <a:t>(</a:t>
            </a:r>
            <a:r>
              <a:rPr lang="en-IE" sz="2000" dirty="0">
                <a:solidFill>
                  <a:srgbClr val="CD3300"/>
                </a:solidFill>
                <a:latin typeface="UbuntuMono-Regular"/>
              </a:rPr>
              <a:t>"www.google.com"</a:t>
            </a:r>
            <a:r>
              <a:rPr lang="en-IE" sz="2000" dirty="0">
                <a:solidFill>
                  <a:srgbClr val="555555"/>
                </a:solidFill>
                <a:latin typeface="UbuntuMono-Regular"/>
              </a:rPr>
              <a:t>);</a:t>
            </a:r>
          </a:p>
          <a:p>
            <a:pPr marL="0" indent="0">
              <a:buNone/>
            </a:pPr>
            <a:r>
              <a:rPr lang="en-IE" sz="2000" dirty="0">
                <a:solidFill>
                  <a:srgbClr val="000089"/>
                </a:solidFill>
                <a:latin typeface="UbuntuMono-Regular"/>
              </a:rPr>
              <a:t>	</a:t>
            </a:r>
            <a:r>
              <a:rPr lang="en-IE" sz="2000" dirty="0" err="1">
                <a:solidFill>
                  <a:srgbClr val="000089"/>
                </a:solidFill>
                <a:latin typeface="UbuntuMono-Regular"/>
              </a:rPr>
              <a:t>System</a:t>
            </a:r>
            <a:r>
              <a:rPr lang="en-IE" sz="2000" dirty="0" err="1">
                <a:solidFill>
                  <a:srgbClr val="555555"/>
                </a:solidFill>
                <a:latin typeface="UbuntuMono-Regular"/>
              </a:rPr>
              <a:t>.</a:t>
            </a:r>
            <a:r>
              <a:rPr lang="en-IE" sz="2000" dirty="0" err="1">
                <a:solidFill>
                  <a:srgbClr val="33009A"/>
                </a:solidFill>
                <a:latin typeface="UbuntuMono-Regular"/>
              </a:rPr>
              <a:t>out</a:t>
            </a:r>
            <a:r>
              <a:rPr lang="en-IE" sz="2000" dirty="0" err="1">
                <a:solidFill>
                  <a:srgbClr val="555555"/>
                </a:solidFill>
                <a:latin typeface="UbuntuMono-Regular"/>
              </a:rPr>
              <a:t>.</a:t>
            </a:r>
            <a:r>
              <a:rPr lang="en-IE" sz="2000" dirty="0" err="1">
                <a:solidFill>
                  <a:srgbClr val="33009A"/>
                </a:solidFill>
                <a:latin typeface="UbuntuMono-Regular"/>
              </a:rPr>
              <a:t>println</a:t>
            </a:r>
            <a:r>
              <a:rPr lang="en-IE" sz="2000" dirty="0">
                <a:solidFill>
                  <a:srgbClr val="555555"/>
                </a:solidFill>
                <a:latin typeface="UbuntuMono-Regular"/>
              </a:rPr>
              <a:t>(</a:t>
            </a:r>
            <a:r>
              <a:rPr lang="en-IE" sz="2000" dirty="0">
                <a:solidFill>
                  <a:srgbClr val="000089"/>
                </a:solidFill>
                <a:latin typeface="UbuntuMono-Regular"/>
              </a:rPr>
              <a:t>address</a:t>
            </a:r>
            <a:r>
              <a:rPr lang="en-IE" sz="2000" dirty="0">
                <a:solidFill>
                  <a:srgbClr val="555555"/>
                </a:solidFill>
                <a:latin typeface="UbuntuMono-Regular"/>
              </a:rPr>
              <a:t>);</a:t>
            </a:r>
          </a:p>
          <a:p>
            <a:pPr marL="0" indent="0">
              <a:buNone/>
            </a:pPr>
            <a:r>
              <a:rPr lang="en-IE" sz="2000" dirty="0">
                <a:solidFill>
                  <a:srgbClr val="555555"/>
                </a:solidFill>
                <a:latin typeface="UbuntuMono-Regular"/>
              </a:rPr>
              <a:t>} </a:t>
            </a:r>
            <a:r>
              <a:rPr lang="en-IE" sz="2000" b="1" dirty="0">
                <a:solidFill>
                  <a:srgbClr val="00669A"/>
                </a:solidFill>
                <a:latin typeface="UbuntuMono-Bold"/>
              </a:rPr>
              <a:t>catch </a:t>
            </a:r>
            <a:r>
              <a:rPr lang="en-IE" sz="2000" dirty="0">
                <a:solidFill>
                  <a:srgbClr val="555555"/>
                </a:solidFill>
                <a:latin typeface="UbuntuMono-Regular"/>
              </a:rPr>
              <a:t>(</a:t>
            </a:r>
            <a:r>
              <a:rPr lang="en-IE" sz="2000" dirty="0" err="1">
                <a:solidFill>
                  <a:srgbClr val="000089"/>
                </a:solidFill>
                <a:latin typeface="UbuntuMono-Regular"/>
              </a:rPr>
              <a:t>UnknownHostException</a:t>
            </a:r>
            <a:r>
              <a:rPr lang="en-IE" sz="2000" dirty="0">
                <a:solidFill>
                  <a:srgbClr val="000089"/>
                </a:solidFill>
                <a:latin typeface="UbuntuMono-Regular"/>
              </a:rPr>
              <a:t> ex</a:t>
            </a:r>
            <a:r>
              <a:rPr lang="en-IE" sz="2000" dirty="0">
                <a:solidFill>
                  <a:srgbClr val="555555"/>
                </a:solidFill>
                <a:latin typeface="UbuntuMono-Regular"/>
              </a:rPr>
              <a:t>) {</a:t>
            </a:r>
          </a:p>
          <a:p>
            <a:pPr marL="0" indent="0">
              <a:buNone/>
            </a:pPr>
            <a:r>
              <a:rPr lang="en-IE" sz="2000" dirty="0">
                <a:solidFill>
                  <a:srgbClr val="000089"/>
                </a:solidFill>
                <a:latin typeface="UbuntuMono-Regular"/>
              </a:rPr>
              <a:t>	</a:t>
            </a:r>
            <a:r>
              <a:rPr lang="en-IE" sz="2000" dirty="0" err="1">
                <a:solidFill>
                  <a:srgbClr val="000089"/>
                </a:solidFill>
                <a:latin typeface="UbuntuMono-Regular"/>
              </a:rPr>
              <a:t>System</a:t>
            </a:r>
            <a:r>
              <a:rPr lang="en-IE" sz="2000" dirty="0" err="1">
                <a:solidFill>
                  <a:srgbClr val="555555"/>
                </a:solidFill>
                <a:latin typeface="UbuntuMono-Regular"/>
              </a:rPr>
              <a:t>.</a:t>
            </a:r>
            <a:r>
              <a:rPr lang="en-IE" sz="2000" dirty="0" err="1">
                <a:solidFill>
                  <a:srgbClr val="33009A"/>
                </a:solidFill>
                <a:latin typeface="UbuntuMono-Regular"/>
              </a:rPr>
              <a:t>out</a:t>
            </a:r>
            <a:r>
              <a:rPr lang="en-IE" sz="2000" dirty="0" err="1">
                <a:solidFill>
                  <a:srgbClr val="555555"/>
                </a:solidFill>
                <a:latin typeface="UbuntuMono-Regular"/>
              </a:rPr>
              <a:t>.</a:t>
            </a:r>
            <a:r>
              <a:rPr lang="en-IE" sz="2000" dirty="0" err="1">
                <a:solidFill>
                  <a:srgbClr val="33009A"/>
                </a:solidFill>
                <a:latin typeface="UbuntuMono-Regular"/>
              </a:rPr>
              <a:t>println</a:t>
            </a:r>
            <a:r>
              <a:rPr lang="en-IE" sz="2000" dirty="0">
                <a:solidFill>
                  <a:srgbClr val="555555"/>
                </a:solidFill>
                <a:latin typeface="UbuntuMono-Regular"/>
              </a:rPr>
              <a:t>(</a:t>
            </a:r>
            <a:r>
              <a:rPr lang="en-IE" sz="2000" dirty="0">
                <a:solidFill>
                  <a:srgbClr val="CD3300"/>
                </a:solidFill>
                <a:latin typeface="UbuntuMono-Regular"/>
              </a:rPr>
              <a:t>"Could not find www.google.com"</a:t>
            </a:r>
            <a:r>
              <a:rPr lang="en-IE" sz="2000" dirty="0">
                <a:solidFill>
                  <a:srgbClr val="555555"/>
                </a:solidFill>
                <a:latin typeface="UbuntuMono-Regular"/>
              </a:rPr>
              <a:t>);</a:t>
            </a:r>
          </a:p>
          <a:p>
            <a:pPr marL="0" indent="0">
              <a:buNone/>
            </a:pPr>
            <a:r>
              <a:rPr lang="en-IE" sz="2000" dirty="0">
                <a:solidFill>
                  <a:srgbClr val="555555"/>
                </a:solidFill>
                <a:latin typeface="UbuntuMono-Regular"/>
              </a:rPr>
              <a:t>}</a:t>
            </a:r>
          </a:p>
          <a:p>
            <a:pPr marL="0" indent="0">
              <a:buNone/>
            </a:pPr>
            <a:r>
              <a:rPr lang="en-US" sz="2000" dirty="0">
                <a:solidFill>
                  <a:srgbClr val="555555"/>
                </a:solidFill>
                <a:latin typeface="UbuntuMono-Regular"/>
              </a:rPr>
              <a:t>}</a:t>
            </a:r>
          </a:p>
          <a:p>
            <a:pPr marL="0" indent="0">
              <a:buNone/>
            </a:pPr>
            <a:r>
              <a:rPr lang="en-US" sz="2000" dirty="0">
                <a:solidFill>
                  <a:srgbClr val="555555"/>
                </a:solidFill>
                <a:latin typeface="UbuntuMono-Regular"/>
              </a:rPr>
              <a:t>}</a:t>
            </a:r>
            <a:endParaRPr lang="en-IE" sz="2000" dirty="0"/>
          </a:p>
        </p:txBody>
      </p:sp>
    </p:spTree>
    <p:extLst>
      <p:ext uri="{BB962C8B-B14F-4D97-AF65-F5344CB8AC3E}">
        <p14:creationId xmlns:p14="http://schemas.microsoft.com/office/powerpoint/2010/main" val="3842671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a:t>Example (Get Host name from IP)</a:t>
            </a:r>
          </a:p>
        </p:txBody>
      </p:sp>
      <p:sp>
        <p:nvSpPr>
          <p:cNvPr id="16387" name="Rectangle 3"/>
          <p:cNvSpPr>
            <a:spLocks noGrp="1" noChangeArrowheads="1"/>
          </p:cNvSpPr>
          <p:nvPr>
            <p:ph type="body" idx="1"/>
          </p:nvPr>
        </p:nvSpPr>
        <p:spPr>
          <a:xfrm>
            <a:off x="76200" y="914400"/>
            <a:ext cx="8991600" cy="5943600"/>
          </a:xfrm>
        </p:spPr>
        <p:txBody>
          <a:bodyPr>
            <a:normAutofit/>
          </a:bodyPr>
          <a:lstStyle/>
          <a:p>
            <a:pPr marL="0" indent="0">
              <a:buNone/>
            </a:pPr>
            <a:r>
              <a:rPr lang="en-IE" sz="2000" b="1" dirty="0">
                <a:solidFill>
                  <a:srgbClr val="00669A"/>
                </a:solidFill>
                <a:latin typeface="UbuntuMono-Bold"/>
              </a:rPr>
              <a:t>import </a:t>
            </a:r>
            <a:r>
              <a:rPr lang="en-IE" sz="2000" b="1" dirty="0">
                <a:solidFill>
                  <a:srgbClr val="00CDFF"/>
                </a:solidFill>
                <a:latin typeface="UbuntuMono-Bold"/>
              </a:rPr>
              <a:t>java.net.*</a:t>
            </a:r>
            <a:r>
              <a:rPr lang="en-IE" sz="2000" dirty="0">
                <a:solidFill>
                  <a:srgbClr val="555555"/>
                </a:solidFill>
                <a:latin typeface="UbuntuMono-Regular"/>
              </a:rPr>
              <a:t>;</a:t>
            </a:r>
          </a:p>
          <a:p>
            <a:pPr marL="0" indent="0">
              <a:buNone/>
            </a:pPr>
            <a:r>
              <a:rPr lang="en-IE" sz="2000" b="1" dirty="0">
                <a:solidFill>
                  <a:srgbClr val="00669A"/>
                </a:solidFill>
                <a:latin typeface="UbuntuMono-Bold"/>
              </a:rPr>
              <a:t>public class </a:t>
            </a:r>
            <a:r>
              <a:rPr lang="en-IE" sz="2000" b="1" dirty="0">
                <a:solidFill>
                  <a:srgbClr val="00AB89"/>
                </a:solidFill>
                <a:latin typeface="UbuntuMono-Bold"/>
              </a:rPr>
              <a:t>Test</a:t>
            </a:r>
            <a:r>
              <a:rPr lang="en-IE" sz="2000" dirty="0">
                <a:solidFill>
                  <a:srgbClr val="555555"/>
                </a:solidFill>
                <a:latin typeface="UbuntuMono-Regular"/>
              </a:rPr>
              <a:t>{</a:t>
            </a:r>
          </a:p>
          <a:p>
            <a:pPr marL="0" indent="0">
              <a:buNone/>
            </a:pPr>
            <a:r>
              <a:rPr lang="en-IE" sz="2000" b="1" dirty="0">
                <a:solidFill>
                  <a:srgbClr val="00669A"/>
                </a:solidFill>
                <a:latin typeface="UbuntuMono-Bold"/>
              </a:rPr>
              <a:t>public static </a:t>
            </a:r>
            <a:r>
              <a:rPr lang="en-IE" sz="2000" b="1" dirty="0">
                <a:solidFill>
                  <a:srgbClr val="007789"/>
                </a:solidFill>
                <a:latin typeface="UbuntuMono-Bold"/>
              </a:rPr>
              <a:t>void </a:t>
            </a:r>
            <a:r>
              <a:rPr lang="en-IE" sz="2000" dirty="0">
                <a:solidFill>
                  <a:srgbClr val="CD00FF"/>
                </a:solidFill>
                <a:latin typeface="UbuntuMono-Regular"/>
              </a:rPr>
              <a:t>main </a:t>
            </a:r>
            <a:r>
              <a:rPr lang="en-IE" sz="2000" dirty="0">
                <a:solidFill>
                  <a:srgbClr val="555555"/>
                </a:solidFill>
                <a:latin typeface="UbuntuMono-Regular"/>
              </a:rPr>
              <a:t>(</a:t>
            </a:r>
            <a:r>
              <a:rPr lang="en-IE" sz="2000" dirty="0">
                <a:solidFill>
                  <a:srgbClr val="000089"/>
                </a:solidFill>
                <a:latin typeface="UbuntuMono-Regular"/>
              </a:rPr>
              <a:t>String</a:t>
            </a:r>
            <a:r>
              <a:rPr lang="en-IE" sz="2000" dirty="0">
                <a:solidFill>
                  <a:srgbClr val="555555"/>
                </a:solidFill>
                <a:latin typeface="UbuntuMono-Regular"/>
              </a:rPr>
              <a:t>[] </a:t>
            </a:r>
            <a:r>
              <a:rPr lang="en-IE" sz="2000" dirty="0" err="1">
                <a:solidFill>
                  <a:srgbClr val="000089"/>
                </a:solidFill>
                <a:latin typeface="UbuntuMono-Regular"/>
              </a:rPr>
              <a:t>args</a:t>
            </a:r>
            <a:r>
              <a:rPr lang="en-IE" sz="2000" dirty="0">
                <a:solidFill>
                  <a:srgbClr val="555555"/>
                </a:solidFill>
                <a:latin typeface="UbuntuMono-Regular"/>
              </a:rPr>
              <a:t>) {</a:t>
            </a:r>
          </a:p>
          <a:p>
            <a:pPr marL="0" indent="0">
              <a:buNone/>
            </a:pPr>
            <a:r>
              <a:rPr lang="en-IE" sz="2000" b="1" dirty="0">
                <a:solidFill>
                  <a:srgbClr val="00669A"/>
                </a:solidFill>
                <a:latin typeface="UbuntuMono-Bold"/>
              </a:rPr>
              <a:t>try </a:t>
            </a:r>
            <a:r>
              <a:rPr lang="en-IE" sz="2000" dirty="0">
                <a:solidFill>
                  <a:srgbClr val="555555"/>
                </a:solidFill>
                <a:latin typeface="UbuntuMono-Regular"/>
              </a:rPr>
              <a:t>{</a:t>
            </a:r>
          </a:p>
          <a:p>
            <a:pPr marL="0" indent="0">
              <a:buNone/>
            </a:pPr>
            <a:r>
              <a:rPr lang="en-IE" sz="2000" dirty="0">
                <a:solidFill>
                  <a:srgbClr val="000089"/>
                </a:solidFill>
                <a:latin typeface="UbuntuMono-Regular"/>
              </a:rPr>
              <a:t>	</a:t>
            </a:r>
            <a:r>
              <a:rPr lang="en-IE" sz="2000" dirty="0" err="1">
                <a:solidFill>
                  <a:srgbClr val="000089"/>
                </a:solidFill>
                <a:latin typeface="UbuntuMono-Regular"/>
              </a:rPr>
              <a:t>InetAddress</a:t>
            </a:r>
            <a:r>
              <a:rPr lang="en-IE" sz="2000" dirty="0">
                <a:solidFill>
                  <a:srgbClr val="000089"/>
                </a:solidFill>
                <a:latin typeface="UbuntuMono-Regular"/>
              </a:rPr>
              <a:t> address = </a:t>
            </a:r>
            <a:r>
              <a:rPr lang="en-IE" sz="2000" dirty="0" err="1">
                <a:solidFill>
                  <a:srgbClr val="000089"/>
                </a:solidFill>
                <a:latin typeface="UbuntuMono-Regular"/>
              </a:rPr>
              <a:t>InetAddress.getByName</a:t>
            </a:r>
            <a:r>
              <a:rPr lang="en-IE" sz="2000" dirty="0">
                <a:solidFill>
                  <a:srgbClr val="000089"/>
                </a:solidFill>
                <a:latin typeface="UbuntuMono-Regular"/>
              </a:rPr>
              <a:t>("208.201.239.100");</a:t>
            </a:r>
          </a:p>
          <a:p>
            <a:pPr marL="0" indent="0">
              <a:buNone/>
            </a:pPr>
            <a:r>
              <a:rPr lang="en-IE" sz="2000" dirty="0">
                <a:solidFill>
                  <a:srgbClr val="000089"/>
                </a:solidFill>
                <a:latin typeface="UbuntuMono-Regular"/>
              </a:rPr>
              <a:t>	</a:t>
            </a:r>
            <a:r>
              <a:rPr lang="en-IE" sz="2000" dirty="0" err="1">
                <a:solidFill>
                  <a:srgbClr val="000089"/>
                </a:solidFill>
                <a:latin typeface="UbuntuMono-Regular"/>
              </a:rPr>
              <a:t>System.out.println</a:t>
            </a:r>
            <a:r>
              <a:rPr lang="en-IE" sz="2000" dirty="0">
                <a:solidFill>
                  <a:srgbClr val="000089"/>
                </a:solidFill>
                <a:latin typeface="UbuntuMono-Regular"/>
              </a:rPr>
              <a:t>(</a:t>
            </a:r>
            <a:r>
              <a:rPr lang="en-IE" sz="2000" dirty="0" err="1">
                <a:solidFill>
                  <a:srgbClr val="000089"/>
                </a:solidFill>
                <a:latin typeface="UbuntuMono-Regular"/>
              </a:rPr>
              <a:t>address.getHostName</a:t>
            </a:r>
            <a:r>
              <a:rPr lang="en-IE" sz="2000" dirty="0">
                <a:solidFill>
                  <a:srgbClr val="000089"/>
                </a:solidFill>
                <a:latin typeface="UbuntuMono-Regular"/>
              </a:rPr>
              <a:t>());</a:t>
            </a:r>
          </a:p>
          <a:p>
            <a:pPr marL="0" indent="0">
              <a:buNone/>
            </a:pPr>
            <a:r>
              <a:rPr lang="en-IE" sz="2000" dirty="0">
                <a:solidFill>
                  <a:srgbClr val="555555"/>
                </a:solidFill>
                <a:latin typeface="UbuntuMono-Regular"/>
              </a:rPr>
              <a:t>} </a:t>
            </a:r>
            <a:r>
              <a:rPr lang="en-IE" sz="2000" b="1" dirty="0">
                <a:solidFill>
                  <a:srgbClr val="00669A"/>
                </a:solidFill>
                <a:latin typeface="UbuntuMono-Bold"/>
              </a:rPr>
              <a:t>catch </a:t>
            </a:r>
            <a:r>
              <a:rPr lang="en-IE" sz="2000" dirty="0">
                <a:solidFill>
                  <a:srgbClr val="555555"/>
                </a:solidFill>
                <a:latin typeface="UbuntuMono-Regular"/>
              </a:rPr>
              <a:t>(</a:t>
            </a:r>
            <a:r>
              <a:rPr lang="en-IE" sz="2000" dirty="0" err="1">
                <a:solidFill>
                  <a:srgbClr val="000089"/>
                </a:solidFill>
                <a:latin typeface="UbuntuMono-Regular"/>
              </a:rPr>
              <a:t>UnknownHostException</a:t>
            </a:r>
            <a:r>
              <a:rPr lang="en-IE" sz="2000" dirty="0">
                <a:solidFill>
                  <a:srgbClr val="000089"/>
                </a:solidFill>
                <a:latin typeface="UbuntuMono-Regular"/>
              </a:rPr>
              <a:t> ex</a:t>
            </a:r>
            <a:r>
              <a:rPr lang="en-IE" sz="2000" dirty="0">
                <a:solidFill>
                  <a:srgbClr val="555555"/>
                </a:solidFill>
                <a:latin typeface="UbuntuMono-Regular"/>
              </a:rPr>
              <a:t>) {</a:t>
            </a:r>
          </a:p>
          <a:p>
            <a:pPr marL="0" indent="0">
              <a:buNone/>
            </a:pPr>
            <a:r>
              <a:rPr lang="en-IE" sz="2000" dirty="0">
                <a:solidFill>
                  <a:srgbClr val="000089"/>
                </a:solidFill>
                <a:latin typeface="UbuntuMono-Regular"/>
              </a:rPr>
              <a:t>	</a:t>
            </a:r>
            <a:r>
              <a:rPr lang="en-IE" sz="2000" dirty="0" err="1">
                <a:solidFill>
                  <a:srgbClr val="000089"/>
                </a:solidFill>
                <a:latin typeface="UbuntuMono-Regular"/>
              </a:rPr>
              <a:t>System</a:t>
            </a:r>
            <a:r>
              <a:rPr lang="en-IE" sz="2000" dirty="0" err="1">
                <a:solidFill>
                  <a:srgbClr val="555555"/>
                </a:solidFill>
                <a:latin typeface="UbuntuMono-Regular"/>
              </a:rPr>
              <a:t>.</a:t>
            </a:r>
            <a:r>
              <a:rPr lang="en-IE" sz="2000" dirty="0" err="1">
                <a:solidFill>
                  <a:srgbClr val="33009A"/>
                </a:solidFill>
                <a:latin typeface="UbuntuMono-Regular"/>
              </a:rPr>
              <a:t>out</a:t>
            </a:r>
            <a:r>
              <a:rPr lang="en-IE" sz="2000" dirty="0" err="1">
                <a:solidFill>
                  <a:srgbClr val="555555"/>
                </a:solidFill>
                <a:latin typeface="UbuntuMono-Regular"/>
              </a:rPr>
              <a:t>.</a:t>
            </a:r>
            <a:r>
              <a:rPr lang="en-IE" sz="2000" dirty="0" err="1">
                <a:solidFill>
                  <a:srgbClr val="33009A"/>
                </a:solidFill>
                <a:latin typeface="UbuntuMono-Regular"/>
              </a:rPr>
              <a:t>println</a:t>
            </a:r>
            <a:r>
              <a:rPr lang="en-IE" sz="2000" dirty="0">
                <a:solidFill>
                  <a:srgbClr val="555555"/>
                </a:solidFill>
                <a:latin typeface="UbuntuMono-Regular"/>
              </a:rPr>
              <a:t>(</a:t>
            </a:r>
            <a:r>
              <a:rPr lang="en-IE" sz="2000" dirty="0">
                <a:solidFill>
                  <a:srgbClr val="CD3300"/>
                </a:solidFill>
                <a:latin typeface="UbuntuMono-Regular"/>
              </a:rPr>
              <a:t>"Could not find www.google.com"</a:t>
            </a:r>
            <a:r>
              <a:rPr lang="en-IE" sz="2000" dirty="0">
                <a:solidFill>
                  <a:srgbClr val="555555"/>
                </a:solidFill>
                <a:latin typeface="UbuntuMono-Regular"/>
              </a:rPr>
              <a:t>);</a:t>
            </a:r>
          </a:p>
          <a:p>
            <a:pPr marL="0" indent="0">
              <a:buNone/>
            </a:pPr>
            <a:r>
              <a:rPr lang="en-IE" sz="2000" dirty="0">
                <a:solidFill>
                  <a:srgbClr val="555555"/>
                </a:solidFill>
                <a:latin typeface="UbuntuMono-Regular"/>
              </a:rPr>
              <a:t>}</a:t>
            </a:r>
          </a:p>
          <a:p>
            <a:pPr marL="0" indent="0">
              <a:buNone/>
            </a:pPr>
            <a:r>
              <a:rPr lang="en-US" sz="2000" dirty="0">
                <a:solidFill>
                  <a:srgbClr val="555555"/>
                </a:solidFill>
                <a:latin typeface="UbuntuMono-Regular"/>
              </a:rPr>
              <a:t>}</a:t>
            </a:r>
          </a:p>
          <a:p>
            <a:pPr marL="0" indent="0">
              <a:buNone/>
            </a:pPr>
            <a:r>
              <a:rPr lang="en-US" sz="2000" dirty="0">
                <a:solidFill>
                  <a:srgbClr val="555555"/>
                </a:solidFill>
                <a:latin typeface="UbuntuMono-Regular"/>
              </a:rPr>
              <a:t>}</a:t>
            </a:r>
            <a:endParaRPr lang="en-IE" sz="2000" dirty="0"/>
          </a:p>
        </p:txBody>
      </p:sp>
    </p:spTree>
    <p:extLst>
      <p:ext uri="{BB962C8B-B14F-4D97-AF65-F5344CB8AC3E}">
        <p14:creationId xmlns:p14="http://schemas.microsoft.com/office/powerpoint/2010/main" val="2339305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a:t>Example (Get list of IPs)</a:t>
            </a:r>
          </a:p>
        </p:txBody>
      </p:sp>
      <p:sp>
        <p:nvSpPr>
          <p:cNvPr id="16387" name="Rectangle 3"/>
          <p:cNvSpPr>
            <a:spLocks noGrp="1" noChangeArrowheads="1"/>
          </p:cNvSpPr>
          <p:nvPr>
            <p:ph type="body" idx="1"/>
          </p:nvPr>
        </p:nvSpPr>
        <p:spPr>
          <a:xfrm>
            <a:off x="76200" y="914400"/>
            <a:ext cx="8991600" cy="5943600"/>
          </a:xfrm>
        </p:spPr>
        <p:txBody>
          <a:bodyPr>
            <a:normAutofit/>
          </a:bodyPr>
          <a:lstStyle/>
          <a:p>
            <a:pPr marL="0" indent="0">
              <a:buNone/>
            </a:pPr>
            <a:r>
              <a:rPr lang="en-IE" sz="2000" b="1" dirty="0">
                <a:solidFill>
                  <a:srgbClr val="00669A"/>
                </a:solidFill>
                <a:latin typeface="UbuntuMono-Bold"/>
              </a:rPr>
              <a:t>import </a:t>
            </a:r>
            <a:r>
              <a:rPr lang="en-IE" sz="2000" b="1" dirty="0">
                <a:solidFill>
                  <a:srgbClr val="00CDFF"/>
                </a:solidFill>
                <a:latin typeface="UbuntuMono-Bold"/>
              </a:rPr>
              <a:t>java.net.*</a:t>
            </a:r>
            <a:r>
              <a:rPr lang="en-IE" sz="2000" dirty="0">
                <a:solidFill>
                  <a:srgbClr val="555555"/>
                </a:solidFill>
                <a:latin typeface="UbuntuMono-Regular"/>
              </a:rPr>
              <a:t>;</a:t>
            </a:r>
          </a:p>
          <a:p>
            <a:pPr marL="0" indent="0">
              <a:buNone/>
            </a:pPr>
            <a:r>
              <a:rPr lang="en-IE" sz="2000" b="1" dirty="0">
                <a:solidFill>
                  <a:srgbClr val="00669A"/>
                </a:solidFill>
                <a:latin typeface="UbuntuMono-Bold"/>
              </a:rPr>
              <a:t>public class </a:t>
            </a:r>
            <a:r>
              <a:rPr lang="en-IE" sz="2000" b="1" dirty="0">
                <a:solidFill>
                  <a:srgbClr val="00AB89"/>
                </a:solidFill>
                <a:latin typeface="UbuntuMono-Bold"/>
              </a:rPr>
              <a:t>Test</a:t>
            </a:r>
            <a:r>
              <a:rPr lang="en-IE" sz="2000" dirty="0">
                <a:solidFill>
                  <a:srgbClr val="555555"/>
                </a:solidFill>
                <a:latin typeface="UbuntuMono-Regular"/>
              </a:rPr>
              <a:t>{</a:t>
            </a:r>
          </a:p>
          <a:p>
            <a:pPr marL="0" indent="0">
              <a:buNone/>
            </a:pPr>
            <a:r>
              <a:rPr lang="en-IE" sz="2000" b="1" dirty="0">
                <a:solidFill>
                  <a:srgbClr val="00669A"/>
                </a:solidFill>
                <a:latin typeface="UbuntuMono-Bold"/>
              </a:rPr>
              <a:t>public static </a:t>
            </a:r>
            <a:r>
              <a:rPr lang="en-IE" sz="2000" b="1" dirty="0">
                <a:solidFill>
                  <a:srgbClr val="007789"/>
                </a:solidFill>
                <a:latin typeface="UbuntuMono-Bold"/>
              </a:rPr>
              <a:t>void </a:t>
            </a:r>
            <a:r>
              <a:rPr lang="en-IE" sz="2000" dirty="0">
                <a:solidFill>
                  <a:srgbClr val="CD00FF"/>
                </a:solidFill>
                <a:latin typeface="UbuntuMono-Regular"/>
              </a:rPr>
              <a:t>main </a:t>
            </a:r>
            <a:r>
              <a:rPr lang="en-IE" sz="2000" dirty="0">
                <a:solidFill>
                  <a:srgbClr val="555555"/>
                </a:solidFill>
                <a:latin typeface="UbuntuMono-Regular"/>
              </a:rPr>
              <a:t>(</a:t>
            </a:r>
            <a:r>
              <a:rPr lang="en-IE" sz="2000" dirty="0">
                <a:solidFill>
                  <a:srgbClr val="000089"/>
                </a:solidFill>
                <a:latin typeface="UbuntuMono-Regular"/>
              </a:rPr>
              <a:t>String</a:t>
            </a:r>
            <a:r>
              <a:rPr lang="en-IE" sz="2000" dirty="0">
                <a:solidFill>
                  <a:srgbClr val="555555"/>
                </a:solidFill>
                <a:latin typeface="UbuntuMono-Regular"/>
              </a:rPr>
              <a:t>[] </a:t>
            </a:r>
            <a:r>
              <a:rPr lang="en-IE" sz="2000" dirty="0" err="1">
                <a:solidFill>
                  <a:srgbClr val="000089"/>
                </a:solidFill>
                <a:latin typeface="UbuntuMono-Regular"/>
              </a:rPr>
              <a:t>args</a:t>
            </a:r>
            <a:r>
              <a:rPr lang="en-IE" sz="2000" dirty="0">
                <a:solidFill>
                  <a:srgbClr val="555555"/>
                </a:solidFill>
                <a:latin typeface="UbuntuMono-Regular"/>
              </a:rPr>
              <a:t>) {</a:t>
            </a:r>
          </a:p>
          <a:p>
            <a:pPr marL="0" indent="0">
              <a:buNone/>
            </a:pPr>
            <a:r>
              <a:rPr lang="en-IE" sz="2000" b="1" dirty="0">
                <a:solidFill>
                  <a:srgbClr val="00669A"/>
                </a:solidFill>
                <a:latin typeface="UbuntuMono-Bold"/>
              </a:rPr>
              <a:t>try </a:t>
            </a:r>
            <a:r>
              <a:rPr lang="en-IE" sz="2000" dirty="0">
                <a:solidFill>
                  <a:srgbClr val="555555"/>
                </a:solidFill>
                <a:latin typeface="UbuntuMono-Regular"/>
              </a:rPr>
              <a:t>{</a:t>
            </a:r>
          </a:p>
          <a:p>
            <a:pPr marL="0" indent="0">
              <a:buNone/>
            </a:pPr>
            <a:endParaRPr lang="en-IE" sz="1800" dirty="0">
              <a:solidFill>
                <a:srgbClr val="000089"/>
              </a:solidFill>
              <a:latin typeface="UbuntuMono-Regular"/>
            </a:endParaRPr>
          </a:p>
          <a:p>
            <a:pPr marL="0" indent="0">
              <a:buNone/>
            </a:pPr>
            <a:r>
              <a:rPr lang="en-IE" sz="1800" dirty="0">
                <a:solidFill>
                  <a:srgbClr val="000089"/>
                </a:solidFill>
                <a:latin typeface="UbuntuMono-Regular"/>
              </a:rPr>
              <a:t>	</a:t>
            </a:r>
            <a:r>
              <a:rPr lang="en-IE" sz="1800" dirty="0" err="1">
                <a:solidFill>
                  <a:srgbClr val="000089"/>
                </a:solidFill>
                <a:latin typeface="UbuntuMono-Regular"/>
              </a:rPr>
              <a:t>InetAddress</a:t>
            </a:r>
            <a:r>
              <a:rPr lang="en-IE" sz="1800" dirty="0">
                <a:solidFill>
                  <a:srgbClr val="555555"/>
                </a:solidFill>
                <a:latin typeface="UbuntuMono-Regular"/>
              </a:rPr>
              <a:t>[] </a:t>
            </a:r>
            <a:r>
              <a:rPr lang="en-IE" sz="1800" dirty="0">
                <a:solidFill>
                  <a:srgbClr val="000089"/>
                </a:solidFill>
                <a:latin typeface="UbuntuMono-Regular"/>
              </a:rPr>
              <a:t>addresses </a:t>
            </a:r>
            <a:r>
              <a:rPr lang="en-IE" sz="1800" dirty="0">
                <a:solidFill>
                  <a:srgbClr val="555555"/>
                </a:solidFill>
                <a:latin typeface="UbuntuMono-Regular"/>
              </a:rPr>
              <a:t>= </a:t>
            </a:r>
            <a:r>
              <a:rPr lang="en-IE" sz="1800" dirty="0" err="1">
                <a:solidFill>
                  <a:srgbClr val="000089"/>
                </a:solidFill>
                <a:latin typeface="UbuntuMono-Regular"/>
              </a:rPr>
              <a:t>InetAddress</a:t>
            </a:r>
            <a:r>
              <a:rPr lang="en-IE" sz="1800" dirty="0" err="1">
                <a:solidFill>
                  <a:srgbClr val="555555"/>
                </a:solidFill>
                <a:latin typeface="UbuntuMono-Regular"/>
              </a:rPr>
              <a:t>.</a:t>
            </a:r>
            <a:r>
              <a:rPr lang="en-IE" sz="1800" dirty="0" err="1">
                <a:solidFill>
                  <a:srgbClr val="33009A"/>
                </a:solidFill>
                <a:latin typeface="UbuntuMono-Regular"/>
              </a:rPr>
              <a:t>getAllByName</a:t>
            </a:r>
            <a:r>
              <a:rPr lang="en-IE" sz="1800" dirty="0">
                <a:solidFill>
                  <a:srgbClr val="555555"/>
                </a:solidFill>
                <a:latin typeface="UbuntuMono-Regular"/>
              </a:rPr>
              <a:t>(</a:t>
            </a:r>
            <a:r>
              <a:rPr lang="en-IE" sz="1800" dirty="0">
                <a:solidFill>
                  <a:srgbClr val="CD3300"/>
                </a:solidFill>
                <a:latin typeface="UbuntuMono-Regular"/>
              </a:rPr>
              <a:t>"www.google.com"</a:t>
            </a:r>
            <a:r>
              <a:rPr lang="en-IE" sz="1800" dirty="0">
                <a:solidFill>
                  <a:srgbClr val="555555"/>
                </a:solidFill>
                <a:latin typeface="UbuntuMono-Regular"/>
              </a:rPr>
              <a:t>);</a:t>
            </a:r>
          </a:p>
          <a:p>
            <a:pPr marL="0" indent="0">
              <a:buNone/>
            </a:pPr>
            <a:r>
              <a:rPr lang="en-IE" sz="1800" b="1" dirty="0">
                <a:solidFill>
                  <a:srgbClr val="00669A"/>
                </a:solidFill>
                <a:latin typeface="UbuntuMono-Bold"/>
              </a:rPr>
              <a:t>	for </a:t>
            </a:r>
            <a:r>
              <a:rPr lang="en-IE" sz="1800" dirty="0">
                <a:solidFill>
                  <a:srgbClr val="555555"/>
                </a:solidFill>
                <a:latin typeface="UbuntuMono-Regular"/>
              </a:rPr>
              <a:t>(</a:t>
            </a:r>
            <a:r>
              <a:rPr lang="en-IE" sz="1800" dirty="0" err="1">
                <a:solidFill>
                  <a:srgbClr val="000089"/>
                </a:solidFill>
                <a:latin typeface="UbuntuMono-Regular"/>
              </a:rPr>
              <a:t>InetAddress</a:t>
            </a:r>
            <a:r>
              <a:rPr lang="en-IE" sz="1800" dirty="0">
                <a:solidFill>
                  <a:srgbClr val="000089"/>
                </a:solidFill>
                <a:latin typeface="UbuntuMono-Regular"/>
              </a:rPr>
              <a:t> address </a:t>
            </a:r>
            <a:r>
              <a:rPr lang="en-IE" sz="1800" dirty="0">
                <a:solidFill>
                  <a:srgbClr val="555555"/>
                </a:solidFill>
                <a:latin typeface="UbuntuMono-Regular"/>
              </a:rPr>
              <a:t>: </a:t>
            </a:r>
            <a:r>
              <a:rPr lang="en-IE" sz="1800" dirty="0">
                <a:solidFill>
                  <a:srgbClr val="000089"/>
                </a:solidFill>
                <a:latin typeface="UbuntuMono-Regular"/>
              </a:rPr>
              <a:t>addresses</a:t>
            </a:r>
            <a:r>
              <a:rPr lang="en-IE" sz="1800" dirty="0">
                <a:solidFill>
                  <a:srgbClr val="555555"/>
                </a:solidFill>
                <a:latin typeface="UbuntuMono-Regular"/>
              </a:rPr>
              <a:t>) {</a:t>
            </a:r>
          </a:p>
          <a:p>
            <a:pPr marL="0" indent="0">
              <a:buNone/>
            </a:pPr>
            <a:r>
              <a:rPr lang="en-IE" sz="1800" dirty="0">
                <a:solidFill>
                  <a:srgbClr val="000089"/>
                </a:solidFill>
                <a:latin typeface="UbuntuMono-Regular"/>
              </a:rPr>
              <a:t>		</a:t>
            </a:r>
            <a:r>
              <a:rPr lang="en-IE" sz="1800" dirty="0" err="1">
                <a:solidFill>
                  <a:srgbClr val="000089"/>
                </a:solidFill>
                <a:latin typeface="UbuntuMono-Regular"/>
              </a:rPr>
              <a:t>System</a:t>
            </a:r>
            <a:r>
              <a:rPr lang="en-IE" sz="1800" dirty="0" err="1">
                <a:solidFill>
                  <a:srgbClr val="555555"/>
                </a:solidFill>
                <a:latin typeface="UbuntuMono-Regular"/>
              </a:rPr>
              <a:t>.</a:t>
            </a:r>
            <a:r>
              <a:rPr lang="en-IE" sz="1800" dirty="0" err="1">
                <a:solidFill>
                  <a:srgbClr val="33009A"/>
                </a:solidFill>
                <a:latin typeface="UbuntuMono-Regular"/>
              </a:rPr>
              <a:t>out</a:t>
            </a:r>
            <a:r>
              <a:rPr lang="en-IE" sz="1800" dirty="0" err="1">
                <a:solidFill>
                  <a:srgbClr val="555555"/>
                </a:solidFill>
                <a:latin typeface="UbuntuMono-Regular"/>
              </a:rPr>
              <a:t>.</a:t>
            </a:r>
            <a:r>
              <a:rPr lang="en-IE" sz="1800" dirty="0" err="1">
                <a:solidFill>
                  <a:srgbClr val="33009A"/>
                </a:solidFill>
                <a:latin typeface="UbuntuMono-Regular"/>
              </a:rPr>
              <a:t>println</a:t>
            </a:r>
            <a:r>
              <a:rPr lang="en-IE" sz="1800" dirty="0">
                <a:solidFill>
                  <a:srgbClr val="555555"/>
                </a:solidFill>
                <a:latin typeface="UbuntuMono-Regular"/>
              </a:rPr>
              <a:t>(</a:t>
            </a:r>
            <a:r>
              <a:rPr lang="en-IE" sz="1800" dirty="0">
                <a:solidFill>
                  <a:srgbClr val="000089"/>
                </a:solidFill>
                <a:latin typeface="UbuntuMono-Regular"/>
              </a:rPr>
              <a:t>address</a:t>
            </a:r>
            <a:r>
              <a:rPr lang="en-IE" sz="1800" dirty="0">
                <a:solidFill>
                  <a:srgbClr val="555555"/>
                </a:solidFill>
                <a:latin typeface="UbuntuMono-Regular"/>
              </a:rPr>
              <a:t>);</a:t>
            </a:r>
            <a:endParaRPr lang="en-IE" sz="1800" dirty="0">
              <a:solidFill>
                <a:srgbClr val="000089"/>
              </a:solidFill>
              <a:latin typeface="UbuntuMono-Regular"/>
            </a:endParaRPr>
          </a:p>
          <a:p>
            <a:pPr marL="0" indent="0">
              <a:buNone/>
            </a:pPr>
            <a:r>
              <a:rPr lang="en-US" sz="2000" dirty="0">
                <a:solidFill>
                  <a:srgbClr val="000089"/>
                </a:solidFill>
                <a:latin typeface="UbuntuMono-Regular"/>
              </a:rPr>
              <a:t>	}</a:t>
            </a:r>
            <a:endParaRPr lang="en-IE" sz="2000" dirty="0">
              <a:solidFill>
                <a:srgbClr val="000089"/>
              </a:solidFill>
              <a:latin typeface="UbuntuMono-Regular"/>
            </a:endParaRPr>
          </a:p>
          <a:p>
            <a:pPr marL="0" indent="0">
              <a:buNone/>
            </a:pPr>
            <a:r>
              <a:rPr lang="en-IE" sz="2000" dirty="0">
                <a:solidFill>
                  <a:srgbClr val="555555"/>
                </a:solidFill>
                <a:latin typeface="UbuntuMono-Regular"/>
              </a:rPr>
              <a:t>} </a:t>
            </a:r>
            <a:r>
              <a:rPr lang="en-IE" sz="2000" b="1" dirty="0">
                <a:solidFill>
                  <a:srgbClr val="00669A"/>
                </a:solidFill>
                <a:latin typeface="UbuntuMono-Bold"/>
              </a:rPr>
              <a:t>catch </a:t>
            </a:r>
            <a:r>
              <a:rPr lang="en-IE" sz="2000" dirty="0">
                <a:solidFill>
                  <a:srgbClr val="555555"/>
                </a:solidFill>
                <a:latin typeface="UbuntuMono-Regular"/>
              </a:rPr>
              <a:t>(</a:t>
            </a:r>
            <a:r>
              <a:rPr lang="en-IE" sz="2000" dirty="0" err="1">
                <a:solidFill>
                  <a:srgbClr val="000089"/>
                </a:solidFill>
                <a:latin typeface="UbuntuMono-Regular"/>
              </a:rPr>
              <a:t>UnknownHostException</a:t>
            </a:r>
            <a:r>
              <a:rPr lang="en-IE" sz="2000" dirty="0">
                <a:solidFill>
                  <a:srgbClr val="000089"/>
                </a:solidFill>
                <a:latin typeface="UbuntuMono-Regular"/>
              </a:rPr>
              <a:t> ex</a:t>
            </a:r>
            <a:r>
              <a:rPr lang="en-IE" sz="2000" dirty="0">
                <a:solidFill>
                  <a:srgbClr val="555555"/>
                </a:solidFill>
                <a:latin typeface="UbuntuMono-Regular"/>
              </a:rPr>
              <a:t>) {</a:t>
            </a:r>
          </a:p>
          <a:p>
            <a:pPr marL="0" indent="0">
              <a:buNone/>
            </a:pPr>
            <a:r>
              <a:rPr lang="en-IE" sz="2000" dirty="0">
                <a:solidFill>
                  <a:srgbClr val="000089"/>
                </a:solidFill>
                <a:latin typeface="UbuntuMono-Regular"/>
              </a:rPr>
              <a:t>	</a:t>
            </a:r>
            <a:r>
              <a:rPr lang="en-IE" sz="2000" dirty="0" err="1">
                <a:solidFill>
                  <a:srgbClr val="000089"/>
                </a:solidFill>
                <a:latin typeface="UbuntuMono-Regular"/>
              </a:rPr>
              <a:t>System</a:t>
            </a:r>
            <a:r>
              <a:rPr lang="en-IE" sz="2000" dirty="0" err="1">
                <a:solidFill>
                  <a:srgbClr val="555555"/>
                </a:solidFill>
                <a:latin typeface="UbuntuMono-Regular"/>
              </a:rPr>
              <a:t>.</a:t>
            </a:r>
            <a:r>
              <a:rPr lang="en-IE" sz="2000" dirty="0" err="1">
                <a:solidFill>
                  <a:srgbClr val="33009A"/>
                </a:solidFill>
                <a:latin typeface="UbuntuMono-Regular"/>
              </a:rPr>
              <a:t>out</a:t>
            </a:r>
            <a:r>
              <a:rPr lang="en-IE" sz="2000" dirty="0" err="1">
                <a:solidFill>
                  <a:srgbClr val="555555"/>
                </a:solidFill>
                <a:latin typeface="UbuntuMono-Regular"/>
              </a:rPr>
              <a:t>.</a:t>
            </a:r>
            <a:r>
              <a:rPr lang="en-IE" sz="2000" dirty="0" err="1">
                <a:solidFill>
                  <a:srgbClr val="33009A"/>
                </a:solidFill>
                <a:latin typeface="UbuntuMono-Regular"/>
              </a:rPr>
              <a:t>println</a:t>
            </a:r>
            <a:r>
              <a:rPr lang="en-IE" sz="2000" dirty="0">
                <a:solidFill>
                  <a:srgbClr val="555555"/>
                </a:solidFill>
                <a:latin typeface="UbuntuMono-Regular"/>
              </a:rPr>
              <a:t>(</a:t>
            </a:r>
            <a:r>
              <a:rPr lang="en-IE" sz="2000" dirty="0">
                <a:solidFill>
                  <a:srgbClr val="CD3300"/>
                </a:solidFill>
                <a:latin typeface="UbuntuMono-Regular"/>
              </a:rPr>
              <a:t>"Could not find www.google.com"</a:t>
            </a:r>
            <a:r>
              <a:rPr lang="en-IE" sz="2000" dirty="0">
                <a:solidFill>
                  <a:srgbClr val="555555"/>
                </a:solidFill>
                <a:latin typeface="UbuntuMono-Regular"/>
              </a:rPr>
              <a:t>);</a:t>
            </a:r>
          </a:p>
          <a:p>
            <a:pPr marL="0" indent="0">
              <a:buNone/>
            </a:pPr>
            <a:r>
              <a:rPr lang="en-IE" sz="2000" dirty="0">
                <a:solidFill>
                  <a:srgbClr val="555555"/>
                </a:solidFill>
                <a:latin typeface="UbuntuMono-Regular"/>
              </a:rPr>
              <a:t>}</a:t>
            </a:r>
          </a:p>
          <a:p>
            <a:pPr marL="0" indent="0">
              <a:buNone/>
            </a:pPr>
            <a:r>
              <a:rPr lang="en-US" sz="2000" dirty="0">
                <a:solidFill>
                  <a:srgbClr val="555555"/>
                </a:solidFill>
                <a:latin typeface="UbuntuMono-Regular"/>
              </a:rPr>
              <a:t>}</a:t>
            </a:r>
          </a:p>
          <a:p>
            <a:pPr marL="0" indent="0">
              <a:buNone/>
            </a:pPr>
            <a:r>
              <a:rPr lang="en-US" sz="2000" dirty="0">
                <a:solidFill>
                  <a:srgbClr val="555555"/>
                </a:solidFill>
                <a:latin typeface="UbuntuMono-Regular"/>
              </a:rPr>
              <a:t>}</a:t>
            </a:r>
            <a:endParaRPr lang="en-IE" sz="2000" dirty="0"/>
          </a:p>
        </p:txBody>
      </p:sp>
    </p:spTree>
    <p:extLst>
      <p:ext uri="{BB962C8B-B14F-4D97-AF65-F5344CB8AC3E}">
        <p14:creationId xmlns:p14="http://schemas.microsoft.com/office/powerpoint/2010/main" val="3685607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a:t>Example (Get Local Host)</a:t>
            </a:r>
          </a:p>
        </p:txBody>
      </p:sp>
      <p:sp>
        <p:nvSpPr>
          <p:cNvPr id="16387" name="Rectangle 3"/>
          <p:cNvSpPr>
            <a:spLocks noGrp="1" noChangeArrowheads="1"/>
          </p:cNvSpPr>
          <p:nvPr>
            <p:ph type="body" idx="1"/>
          </p:nvPr>
        </p:nvSpPr>
        <p:spPr>
          <a:xfrm>
            <a:off x="76200" y="914400"/>
            <a:ext cx="8991600" cy="5943600"/>
          </a:xfrm>
        </p:spPr>
        <p:txBody>
          <a:bodyPr>
            <a:normAutofit/>
          </a:bodyPr>
          <a:lstStyle/>
          <a:p>
            <a:pPr marL="0" indent="0">
              <a:buNone/>
            </a:pPr>
            <a:r>
              <a:rPr lang="en-IE" sz="2000" b="1" dirty="0">
                <a:solidFill>
                  <a:srgbClr val="00669A"/>
                </a:solidFill>
                <a:latin typeface="UbuntuMono-Bold"/>
              </a:rPr>
              <a:t>import </a:t>
            </a:r>
            <a:r>
              <a:rPr lang="en-IE" sz="2000" b="1" dirty="0">
                <a:solidFill>
                  <a:srgbClr val="00CDFF"/>
                </a:solidFill>
                <a:latin typeface="UbuntuMono-Bold"/>
              </a:rPr>
              <a:t>java.net.*</a:t>
            </a:r>
            <a:r>
              <a:rPr lang="en-IE" sz="2000" dirty="0">
                <a:solidFill>
                  <a:srgbClr val="555555"/>
                </a:solidFill>
                <a:latin typeface="UbuntuMono-Regular"/>
              </a:rPr>
              <a:t>;</a:t>
            </a:r>
          </a:p>
          <a:p>
            <a:pPr marL="0" indent="0">
              <a:buNone/>
            </a:pPr>
            <a:r>
              <a:rPr lang="en-IE" sz="2000" b="1" dirty="0">
                <a:solidFill>
                  <a:srgbClr val="00669A"/>
                </a:solidFill>
                <a:latin typeface="UbuntuMono-Bold"/>
              </a:rPr>
              <a:t>public class </a:t>
            </a:r>
            <a:r>
              <a:rPr lang="en-IE" sz="2000" b="1" dirty="0">
                <a:solidFill>
                  <a:srgbClr val="00AB89"/>
                </a:solidFill>
                <a:latin typeface="UbuntuMono-Bold"/>
              </a:rPr>
              <a:t>Test</a:t>
            </a:r>
            <a:r>
              <a:rPr lang="en-IE" sz="2000" dirty="0">
                <a:solidFill>
                  <a:srgbClr val="555555"/>
                </a:solidFill>
                <a:latin typeface="UbuntuMono-Regular"/>
              </a:rPr>
              <a:t>{</a:t>
            </a:r>
          </a:p>
          <a:p>
            <a:pPr marL="0" indent="0">
              <a:buNone/>
            </a:pPr>
            <a:r>
              <a:rPr lang="en-IE" sz="2000" b="1" dirty="0">
                <a:solidFill>
                  <a:srgbClr val="00669A"/>
                </a:solidFill>
                <a:latin typeface="UbuntuMono-Bold"/>
              </a:rPr>
              <a:t>public static </a:t>
            </a:r>
            <a:r>
              <a:rPr lang="en-IE" sz="2000" b="1" dirty="0">
                <a:solidFill>
                  <a:srgbClr val="007789"/>
                </a:solidFill>
                <a:latin typeface="UbuntuMono-Bold"/>
              </a:rPr>
              <a:t>void </a:t>
            </a:r>
            <a:r>
              <a:rPr lang="en-IE" sz="2000" dirty="0">
                <a:solidFill>
                  <a:srgbClr val="CD00FF"/>
                </a:solidFill>
                <a:latin typeface="UbuntuMono-Regular"/>
              </a:rPr>
              <a:t>main </a:t>
            </a:r>
            <a:r>
              <a:rPr lang="en-IE" sz="2000" dirty="0">
                <a:solidFill>
                  <a:srgbClr val="555555"/>
                </a:solidFill>
                <a:latin typeface="UbuntuMono-Regular"/>
              </a:rPr>
              <a:t>(</a:t>
            </a:r>
            <a:r>
              <a:rPr lang="en-IE" sz="2000" dirty="0">
                <a:solidFill>
                  <a:srgbClr val="000089"/>
                </a:solidFill>
                <a:latin typeface="UbuntuMono-Regular"/>
              </a:rPr>
              <a:t>String</a:t>
            </a:r>
            <a:r>
              <a:rPr lang="en-IE" sz="2000" dirty="0">
                <a:solidFill>
                  <a:srgbClr val="555555"/>
                </a:solidFill>
                <a:latin typeface="UbuntuMono-Regular"/>
              </a:rPr>
              <a:t>[] </a:t>
            </a:r>
            <a:r>
              <a:rPr lang="en-IE" sz="2000" dirty="0" err="1">
                <a:solidFill>
                  <a:srgbClr val="000089"/>
                </a:solidFill>
                <a:latin typeface="UbuntuMono-Regular"/>
              </a:rPr>
              <a:t>args</a:t>
            </a:r>
            <a:r>
              <a:rPr lang="en-IE" sz="2000" dirty="0">
                <a:solidFill>
                  <a:srgbClr val="555555"/>
                </a:solidFill>
                <a:latin typeface="UbuntuMono-Regular"/>
              </a:rPr>
              <a:t>) {</a:t>
            </a:r>
          </a:p>
          <a:p>
            <a:pPr marL="0" indent="0">
              <a:buNone/>
            </a:pPr>
            <a:r>
              <a:rPr lang="en-IE" sz="2000" b="1" dirty="0">
                <a:solidFill>
                  <a:srgbClr val="00669A"/>
                </a:solidFill>
                <a:latin typeface="UbuntuMono-Bold"/>
              </a:rPr>
              <a:t>try </a:t>
            </a:r>
            <a:r>
              <a:rPr lang="en-IE" sz="2000" dirty="0">
                <a:solidFill>
                  <a:srgbClr val="555555"/>
                </a:solidFill>
                <a:latin typeface="UbuntuMono-Regular"/>
              </a:rPr>
              <a:t>{</a:t>
            </a:r>
          </a:p>
          <a:p>
            <a:pPr marL="0" indent="0">
              <a:buNone/>
            </a:pPr>
            <a:r>
              <a:rPr lang="en-IE" sz="1800" dirty="0">
                <a:solidFill>
                  <a:srgbClr val="000089"/>
                </a:solidFill>
                <a:latin typeface="UbuntuMono-Regular"/>
              </a:rPr>
              <a:t>	</a:t>
            </a:r>
            <a:r>
              <a:rPr lang="en-IE" sz="1800" dirty="0" err="1">
                <a:solidFill>
                  <a:srgbClr val="000089"/>
                </a:solidFill>
                <a:latin typeface="UbuntuMono-Regular"/>
              </a:rPr>
              <a:t>InetAddress</a:t>
            </a:r>
            <a:r>
              <a:rPr lang="en-IE" sz="1800" dirty="0">
                <a:solidFill>
                  <a:srgbClr val="000089"/>
                </a:solidFill>
                <a:latin typeface="UbuntuMono-Regular"/>
              </a:rPr>
              <a:t> address </a:t>
            </a:r>
            <a:r>
              <a:rPr lang="en-IE" sz="1800" dirty="0">
                <a:solidFill>
                  <a:srgbClr val="555555"/>
                </a:solidFill>
                <a:latin typeface="UbuntuMono-Regular"/>
              </a:rPr>
              <a:t>= </a:t>
            </a:r>
            <a:r>
              <a:rPr lang="en-IE" sz="1800" dirty="0" err="1">
                <a:solidFill>
                  <a:srgbClr val="000089"/>
                </a:solidFill>
                <a:latin typeface="UbuntuMono-Regular"/>
              </a:rPr>
              <a:t>InetAddress</a:t>
            </a:r>
            <a:r>
              <a:rPr lang="en-IE" sz="1800" dirty="0" err="1">
                <a:solidFill>
                  <a:srgbClr val="555555"/>
                </a:solidFill>
                <a:latin typeface="UbuntuMono-Regular"/>
              </a:rPr>
              <a:t>.</a:t>
            </a:r>
            <a:r>
              <a:rPr lang="en-IE" sz="1800" dirty="0" err="1">
                <a:solidFill>
                  <a:srgbClr val="33009A"/>
                </a:solidFill>
                <a:latin typeface="UbuntuMono-Regular"/>
              </a:rPr>
              <a:t>getLocalHost</a:t>
            </a:r>
            <a:r>
              <a:rPr lang="en-IE" sz="1800" dirty="0">
                <a:solidFill>
                  <a:srgbClr val="555555"/>
                </a:solidFill>
                <a:latin typeface="UbuntuMono-Regular"/>
              </a:rPr>
              <a:t>();</a:t>
            </a:r>
          </a:p>
          <a:p>
            <a:pPr marL="0" indent="0">
              <a:buNone/>
            </a:pPr>
            <a:r>
              <a:rPr lang="en-IE" sz="1800" dirty="0">
                <a:solidFill>
                  <a:srgbClr val="000089"/>
                </a:solidFill>
                <a:latin typeface="UbuntuMono-Regular"/>
              </a:rPr>
              <a:t>	</a:t>
            </a:r>
            <a:r>
              <a:rPr lang="en-IE" sz="1800" dirty="0" err="1">
                <a:solidFill>
                  <a:srgbClr val="000089"/>
                </a:solidFill>
                <a:latin typeface="UbuntuMono-Regular"/>
              </a:rPr>
              <a:t>System</a:t>
            </a:r>
            <a:r>
              <a:rPr lang="en-IE" sz="1800" dirty="0" err="1">
                <a:solidFill>
                  <a:srgbClr val="555555"/>
                </a:solidFill>
                <a:latin typeface="UbuntuMono-Regular"/>
              </a:rPr>
              <a:t>.</a:t>
            </a:r>
            <a:r>
              <a:rPr lang="en-IE" sz="1800" dirty="0" err="1">
                <a:solidFill>
                  <a:srgbClr val="33009A"/>
                </a:solidFill>
                <a:latin typeface="UbuntuMono-Regular"/>
              </a:rPr>
              <a:t>out</a:t>
            </a:r>
            <a:r>
              <a:rPr lang="en-IE" sz="1800" dirty="0" err="1">
                <a:solidFill>
                  <a:srgbClr val="555555"/>
                </a:solidFill>
                <a:latin typeface="UbuntuMono-Regular"/>
              </a:rPr>
              <a:t>.</a:t>
            </a:r>
            <a:r>
              <a:rPr lang="en-IE" sz="1800" dirty="0" err="1">
                <a:solidFill>
                  <a:srgbClr val="33009A"/>
                </a:solidFill>
                <a:latin typeface="UbuntuMono-Regular"/>
              </a:rPr>
              <a:t>println</a:t>
            </a:r>
            <a:r>
              <a:rPr lang="en-IE" sz="1800" dirty="0">
                <a:solidFill>
                  <a:srgbClr val="555555"/>
                </a:solidFill>
                <a:latin typeface="UbuntuMono-Regular"/>
              </a:rPr>
              <a:t>(</a:t>
            </a:r>
            <a:r>
              <a:rPr lang="en-IE" sz="1800" dirty="0">
                <a:solidFill>
                  <a:srgbClr val="000089"/>
                </a:solidFill>
                <a:latin typeface="UbuntuMono-Regular"/>
              </a:rPr>
              <a:t>address</a:t>
            </a:r>
            <a:r>
              <a:rPr lang="en-IE" sz="1800" dirty="0">
                <a:solidFill>
                  <a:srgbClr val="555555"/>
                </a:solidFill>
                <a:latin typeface="UbuntuMono-Regular"/>
              </a:rPr>
              <a:t>);</a:t>
            </a:r>
            <a:endParaRPr lang="en-IE" sz="1800" dirty="0">
              <a:solidFill>
                <a:srgbClr val="000089"/>
              </a:solidFill>
              <a:latin typeface="UbuntuMono-Regular"/>
            </a:endParaRPr>
          </a:p>
          <a:p>
            <a:pPr marL="0" indent="0">
              <a:buNone/>
            </a:pPr>
            <a:r>
              <a:rPr lang="en-IE" sz="1800" dirty="0">
                <a:solidFill>
                  <a:srgbClr val="000089"/>
                </a:solidFill>
                <a:latin typeface="UbuntuMono-Regular"/>
              </a:rPr>
              <a:t>	</a:t>
            </a:r>
          </a:p>
          <a:p>
            <a:pPr marL="0" indent="0">
              <a:buNone/>
            </a:pPr>
            <a:r>
              <a:rPr lang="en-IE" sz="2000" dirty="0">
                <a:solidFill>
                  <a:srgbClr val="555555"/>
                </a:solidFill>
                <a:latin typeface="UbuntuMono-Regular"/>
              </a:rPr>
              <a:t>} </a:t>
            </a:r>
            <a:r>
              <a:rPr lang="en-IE" sz="2000" b="1" dirty="0">
                <a:solidFill>
                  <a:srgbClr val="00669A"/>
                </a:solidFill>
                <a:latin typeface="UbuntuMono-Bold"/>
              </a:rPr>
              <a:t>catch </a:t>
            </a:r>
            <a:r>
              <a:rPr lang="en-IE" sz="2000" dirty="0">
                <a:solidFill>
                  <a:srgbClr val="555555"/>
                </a:solidFill>
                <a:latin typeface="UbuntuMono-Regular"/>
              </a:rPr>
              <a:t>(</a:t>
            </a:r>
            <a:r>
              <a:rPr lang="en-IE" sz="2000" dirty="0" err="1">
                <a:solidFill>
                  <a:srgbClr val="000089"/>
                </a:solidFill>
                <a:latin typeface="UbuntuMono-Regular"/>
              </a:rPr>
              <a:t>UnknownHostException</a:t>
            </a:r>
            <a:r>
              <a:rPr lang="en-IE" sz="2000" dirty="0">
                <a:solidFill>
                  <a:srgbClr val="000089"/>
                </a:solidFill>
                <a:latin typeface="UbuntuMono-Regular"/>
              </a:rPr>
              <a:t> ex</a:t>
            </a:r>
            <a:r>
              <a:rPr lang="en-IE" sz="2000" dirty="0">
                <a:solidFill>
                  <a:srgbClr val="555555"/>
                </a:solidFill>
                <a:latin typeface="UbuntuMono-Regular"/>
              </a:rPr>
              <a:t>) {</a:t>
            </a:r>
          </a:p>
          <a:p>
            <a:pPr marL="0" indent="0">
              <a:buNone/>
            </a:pPr>
            <a:r>
              <a:rPr lang="en-IE" sz="2000" dirty="0">
                <a:solidFill>
                  <a:srgbClr val="000089"/>
                </a:solidFill>
                <a:latin typeface="UbuntuMono-Regular"/>
              </a:rPr>
              <a:t>	</a:t>
            </a:r>
            <a:r>
              <a:rPr lang="en-IE" sz="2000" dirty="0" err="1">
                <a:solidFill>
                  <a:srgbClr val="000089"/>
                </a:solidFill>
                <a:latin typeface="UbuntuMono-Regular"/>
              </a:rPr>
              <a:t>System</a:t>
            </a:r>
            <a:r>
              <a:rPr lang="en-IE" sz="2000" dirty="0" err="1">
                <a:solidFill>
                  <a:srgbClr val="555555"/>
                </a:solidFill>
                <a:latin typeface="UbuntuMono-Regular"/>
              </a:rPr>
              <a:t>.</a:t>
            </a:r>
            <a:r>
              <a:rPr lang="en-IE" sz="2000" dirty="0" err="1">
                <a:solidFill>
                  <a:srgbClr val="33009A"/>
                </a:solidFill>
                <a:latin typeface="UbuntuMono-Regular"/>
              </a:rPr>
              <a:t>out</a:t>
            </a:r>
            <a:r>
              <a:rPr lang="en-IE" sz="2000" dirty="0" err="1">
                <a:solidFill>
                  <a:srgbClr val="555555"/>
                </a:solidFill>
                <a:latin typeface="UbuntuMono-Regular"/>
              </a:rPr>
              <a:t>.</a:t>
            </a:r>
            <a:r>
              <a:rPr lang="en-IE" sz="2000" dirty="0" err="1">
                <a:solidFill>
                  <a:srgbClr val="33009A"/>
                </a:solidFill>
                <a:latin typeface="UbuntuMono-Regular"/>
              </a:rPr>
              <a:t>println</a:t>
            </a:r>
            <a:r>
              <a:rPr lang="en-IE" sz="2000" dirty="0">
                <a:solidFill>
                  <a:srgbClr val="555555"/>
                </a:solidFill>
                <a:latin typeface="UbuntuMono-Regular"/>
              </a:rPr>
              <a:t>(</a:t>
            </a:r>
            <a:r>
              <a:rPr lang="en-IE" sz="2000" dirty="0">
                <a:solidFill>
                  <a:srgbClr val="CD3300"/>
                </a:solidFill>
                <a:latin typeface="UbuntuMono-Regular"/>
              </a:rPr>
              <a:t>"Could not find localhost"</a:t>
            </a:r>
            <a:r>
              <a:rPr lang="en-IE" sz="2000" dirty="0">
                <a:solidFill>
                  <a:srgbClr val="555555"/>
                </a:solidFill>
                <a:latin typeface="UbuntuMono-Regular"/>
              </a:rPr>
              <a:t>);</a:t>
            </a:r>
          </a:p>
          <a:p>
            <a:pPr marL="0" indent="0">
              <a:buNone/>
            </a:pPr>
            <a:r>
              <a:rPr lang="en-IE" sz="2000" dirty="0">
                <a:solidFill>
                  <a:srgbClr val="555555"/>
                </a:solidFill>
                <a:latin typeface="UbuntuMono-Regular"/>
              </a:rPr>
              <a:t>}</a:t>
            </a:r>
          </a:p>
          <a:p>
            <a:pPr marL="0" indent="0">
              <a:buNone/>
            </a:pPr>
            <a:r>
              <a:rPr lang="en-US" sz="2000" dirty="0">
                <a:solidFill>
                  <a:srgbClr val="555555"/>
                </a:solidFill>
                <a:latin typeface="UbuntuMono-Regular"/>
              </a:rPr>
              <a:t>}</a:t>
            </a:r>
          </a:p>
          <a:p>
            <a:pPr marL="0" indent="0">
              <a:buNone/>
            </a:pPr>
            <a:r>
              <a:rPr lang="en-US" sz="2000" dirty="0">
                <a:solidFill>
                  <a:srgbClr val="555555"/>
                </a:solidFill>
                <a:latin typeface="UbuntuMono-Regular"/>
              </a:rPr>
              <a:t>}</a:t>
            </a:r>
            <a:endParaRPr lang="en-IE" sz="2000" dirty="0"/>
          </a:p>
        </p:txBody>
      </p:sp>
    </p:spTree>
    <p:extLst>
      <p:ext uri="{BB962C8B-B14F-4D97-AF65-F5344CB8AC3E}">
        <p14:creationId xmlns:p14="http://schemas.microsoft.com/office/powerpoint/2010/main" val="2141227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a:t>Example (IP by address)</a:t>
            </a:r>
          </a:p>
        </p:txBody>
      </p:sp>
      <p:sp>
        <p:nvSpPr>
          <p:cNvPr id="16387" name="Rectangle 3"/>
          <p:cNvSpPr>
            <a:spLocks noGrp="1" noChangeArrowheads="1"/>
          </p:cNvSpPr>
          <p:nvPr>
            <p:ph type="body" idx="1"/>
          </p:nvPr>
        </p:nvSpPr>
        <p:spPr>
          <a:xfrm>
            <a:off x="76200" y="914400"/>
            <a:ext cx="8991600" cy="5943600"/>
          </a:xfrm>
        </p:spPr>
        <p:txBody>
          <a:bodyPr>
            <a:normAutofit/>
          </a:bodyPr>
          <a:lstStyle/>
          <a:p>
            <a:pPr marL="0" indent="0">
              <a:buNone/>
            </a:pPr>
            <a:r>
              <a:rPr lang="en-IE" sz="2000" b="1" dirty="0">
                <a:solidFill>
                  <a:srgbClr val="00669A"/>
                </a:solidFill>
                <a:latin typeface="UbuntuMono-Bold"/>
              </a:rPr>
              <a:t>import </a:t>
            </a:r>
            <a:r>
              <a:rPr lang="en-IE" sz="2000" b="1" dirty="0">
                <a:solidFill>
                  <a:srgbClr val="00CDFF"/>
                </a:solidFill>
                <a:latin typeface="UbuntuMono-Bold"/>
              </a:rPr>
              <a:t>java.net.*</a:t>
            </a:r>
            <a:r>
              <a:rPr lang="en-IE" sz="2000" dirty="0">
                <a:solidFill>
                  <a:srgbClr val="555555"/>
                </a:solidFill>
                <a:latin typeface="UbuntuMono-Regular"/>
              </a:rPr>
              <a:t>;</a:t>
            </a:r>
          </a:p>
          <a:p>
            <a:pPr marL="0" indent="0">
              <a:buNone/>
            </a:pPr>
            <a:r>
              <a:rPr lang="en-IE" sz="2000" b="1" dirty="0">
                <a:solidFill>
                  <a:srgbClr val="00669A"/>
                </a:solidFill>
                <a:latin typeface="UbuntuMono-Bold"/>
              </a:rPr>
              <a:t>public class </a:t>
            </a:r>
            <a:r>
              <a:rPr lang="en-IE" sz="2000" b="1" dirty="0">
                <a:solidFill>
                  <a:srgbClr val="00AB89"/>
                </a:solidFill>
                <a:latin typeface="UbuntuMono-Bold"/>
              </a:rPr>
              <a:t>Test</a:t>
            </a:r>
            <a:r>
              <a:rPr lang="en-IE" sz="2000" dirty="0">
                <a:solidFill>
                  <a:srgbClr val="555555"/>
                </a:solidFill>
                <a:latin typeface="UbuntuMono-Regular"/>
              </a:rPr>
              <a:t>{</a:t>
            </a:r>
          </a:p>
          <a:p>
            <a:pPr marL="0" indent="0">
              <a:buNone/>
            </a:pPr>
            <a:r>
              <a:rPr lang="en-IE" sz="2000" b="1" dirty="0">
                <a:solidFill>
                  <a:srgbClr val="00669A"/>
                </a:solidFill>
                <a:latin typeface="UbuntuMono-Bold"/>
              </a:rPr>
              <a:t>public static </a:t>
            </a:r>
            <a:r>
              <a:rPr lang="en-IE" sz="2000" b="1" dirty="0">
                <a:solidFill>
                  <a:srgbClr val="007789"/>
                </a:solidFill>
                <a:latin typeface="UbuntuMono-Bold"/>
              </a:rPr>
              <a:t>void </a:t>
            </a:r>
            <a:r>
              <a:rPr lang="en-IE" sz="2000" dirty="0">
                <a:solidFill>
                  <a:srgbClr val="CD00FF"/>
                </a:solidFill>
                <a:latin typeface="UbuntuMono-Regular"/>
              </a:rPr>
              <a:t>main </a:t>
            </a:r>
            <a:r>
              <a:rPr lang="en-IE" sz="2000" dirty="0">
                <a:solidFill>
                  <a:srgbClr val="555555"/>
                </a:solidFill>
                <a:latin typeface="UbuntuMono-Regular"/>
              </a:rPr>
              <a:t>(</a:t>
            </a:r>
            <a:r>
              <a:rPr lang="en-IE" sz="2000" dirty="0">
                <a:solidFill>
                  <a:srgbClr val="000089"/>
                </a:solidFill>
                <a:latin typeface="UbuntuMono-Regular"/>
              </a:rPr>
              <a:t>String</a:t>
            </a:r>
            <a:r>
              <a:rPr lang="en-IE" sz="2000" dirty="0">
                <a:solidFill>
                  <a:srgbClr val="555555"/>
                </a:solidFill>
                <a:latin typeface="UbuntuMono-Regular"/>
              </a:rPr>
              <a:t>[] </a:t>
            </a:r>
            <a:r>
              <a:rPr lang="en-IE" sz="2000" dirty="0" err="1">
                <a:solidFill>
                  <a:srgbClr val="000089"/>
                </a:solidFill>
                <a:latin typeface="UbuntuMono-Regular"/>
              </a:rPr>
              <a:t>args</a:t>
            </a:r>
            <a:r>
              <a:rPr lang="en-IE" sz="2000" dirty="0">
                <a:solidFill>
                  <a:srgbClr val="555555"/>
                </a:solidFill>
                <a:latin typeface="UbuntuMono-Regular"/>
              </a:rPr>
              <a:t>) {</a:t>
            </a:r>
          </a:p>
          <a:p>
            <a:pPr marL="0" indent="0">
              <a:buNone/>
            </a:pPr>
            <a:r>
              <a:rPr lang="en-IE" sz="2000" b="1" dirty="0">
                <a:solidFill>
                  <a:srgbClr val="00669A"/>
                </a:solidFill>
                <a:latin typeface="UbuntuMono-Bold"/>
              </a:rPr>
              <a:t>try </a:t>
            </a:r>
            <a:r>
              <a:rPr lang="en-IE" sz="2000" dirty="0">
                <a:solidFill>
                  <a:srgbClr val="555555"/>
                </a:solidFill>
                <a:latin typeface="UbuntuMono-Regular"/>
              </a:rPr>
              <a:t>{</a:t>
            </a:r>
          </a:p>
          <a:p>
            <a:pPr marL="0" indent="0">
              <a:buNone/>
            </a:pPr>
            <a:r>
              <a:rPr lang="en-IE" sz="1800" dirty="0">
                <a:solidFill>
                  <a:srgbClr val="000089"/>
                </a:solidFill>
                <a:latin typeface="UbuntuMono-Regular"/>
              </a:rPr>
              <a:t>	</a:t>
            </a:r>
            <a:r>
              <a:rPr lang="en-IE" sz="1800" b="1" dirty="0">
                <a:solidFill>
                  <a:srgbClr val="007789"/>
                </a:solidFill>
                <a:latin typeface="UbuntuMono-Bold"/>
              </a:rPr>
              <a:t>byte</a:t>
            </a:r>
            <a:r>
              <a:rPr lang="en-IE" sz="1800" dirty="0">
                <a:solidFill>
                  <a:srgbClr val="555555"/>
                </a:solidFill>
                <a:latin typeface="UbuntuMono-Regular"/>
              </a:rPr>
              <a:t>[] </a:t>
            </a:r>
            <a:r>
              <a:rPr lang="en-IE" sz="1800" dirty="0">
                <a:solidFill>
                  <a:srgbClr val="000089"/>
                </a:solidFill>
                <a:latin typeface="UbuntuMono-Regular"/>
              </a:rPr>
              <a:t>address </a:t>
            </a:r>
            <a:r>
              <a:rPr lang="en-IE" sz="1800" dirty="0">
                <a:solidFill>
                  <a:srgbClr val="555555"/>
                </a:solidFill>
                <a:latin typeface="UbuntuMono-Regular"/>
              </a:rPr>
              <a:t>= {</a:t>
            </a:r>
            <a:r>
              <a:rPr lang="en-IE" sz="1800" dirty="0">
                <a:solidFill>
                  <a:srgbClr val="FF6600"/>
                </a:solidFill>
                <a:latin typeface="UbuntuMono-Regular"/>
              </a:rPr>
              <a:t>107</a:t>
            </a:r>
            <a:r>
              <a:rPr lang="en-IE" sz="1800" dirty="0">
                <a:solidFill>
                  <a:srgbClr val="555555"/>
                </a:solidFill>
                <a:latin typeface="UbuntuMono-Regular"/>
              </a:rPr>
              <a:t>, </a:t>
            </a:r>
            <a:r>
              <a:rPr lang="en-IE" sz="1800" dirty="0">
                <a:solidFill>
                  <a:srgbClr val="FF6600"/>
                </a:solidFill>
                <a:latin typeface="UbuntuMono-Regular"/>
              </a:rPr>
              <a:t>23</a:t>
            </a:r>
            <a:r>
              <a:rPr lang="en-IE" sz="1800" dirty="0">
                <a:solidFill>
                  <a:srgbClr val="555555"/>
                </a:solidFill>
                <a:latin typeface="UbuntuMono-Regular"/>
              </a:rPr>
              <a:t>, (</a:t>
            </a:r>
            <a:r>
              <a:rPr lang="en-IE" sz="1800" b="1" dirty="0">
                <a:solidFill>
                  <a:srgbClr val="007789"/>
                </a:solidFill>
                <a:latin typeface="UbuntuMono-Bold"/>
              </a:rPr>
              <a:t>byte</a:t>
            </a:r>
            <a:r>
              <a:rPr lang="en-IE" sz="1800" dirty="0">
                <a:solidFill>
                  <a:srgbClr val="555555"/>
                </a:solidFill>
                <a:latin typeface="UbuntuMono-Regular"/>
              </a:rPr>
              <a:t>) </a:t>
            </a:r>
            <a:r>
              <a:rPr lang="en-IE" sz="1800" dirty="0">
                <a:solidFill>
                  <a:srgbClr val="FF6600"/>
                </a:solidFill>
                <a:latin typeface="UbuntuMono-Regular"/>
              </a:rPr>
              <a:t>216</a:t>
            </a:r>
            <a:r>
              <a:rPr lang="en-IE" sz="1800" dirty="0">
                <a:solidFill>
                  <a:srgbClr val="555555"/>
                </a:solidFill>
                <a:latin typeface="UbuntuMono-Regular"/>
              </a:rPr>
              <a:t>, (</a:t>
            </a:r>
            <a:r>
              <a:rPr lang="en-IE" sz="1800" b="1" dirty="0">
                <a:solidFill>
                  <a:srgbClr val="007789"/>
                </a:solidFill>
                <a:latin typeface="UbuntuMono-Bold"/>
              </a:rPr>
              <a:t>byte</a:t>
            </a:r>
            <a:r>
              <a:rPr lang="en-IE" sz="1800" dirty="0">
                <a:solidFill>
                  <a:srgbClr val="555555"/>
                </a:solidFill>
                <a:latin typeface="UbuntuMono-Regular"/>
              </a:rPr>
              <a:t>) </a:t>
            </a:r>
            <a:r>
              <a:rPr lang="en-IE" sz="1800" dirty="0">
                <a:solidFill>
                  <a:srgbClr val="FF6600"/>
                </a:solidFill>
                <a:latin typeface="UbuntuMono-Regular"/>
              </a:rPr>
              <a:t>196</a:t>
            </a:r>
            <a:r>
              <a:rPr lang="en-IE" sz="1800" dirty="0">
                <a:solidFill>
                  <a:srgbClr val="555555"/>
                </a:solidFill>
                <a:latin typeface="UbuntuMono-Regular"/>
              </a:rPr>
              <a:t>};</a:t>
            </a:r>
          </a:p>
          <a:p>
            <a:pPr marL="0" indent="0">
              <a:buNone/>
            </a:pPr>
            <a:r>
              <a:rPr lang="en-IE" sz="1800" dirty="0">
                <a:solidFill>
                  <a:srgbClr val="000089"/>
                </a:solidFill>
                <a:latin typeface="UbuntuMono-Regular"/>
              </a:rPr>
              <a:t>	</a:t>
            </a:r>
            <a:r>
              <a:rPr lang="en-IE" sz="1800" dirty="0" err="1">
                <a:solidFill>
                  <a:srgbClr val="000089"/>
                </a:solidFill>
                <a:latin typeface="UbuntuMono-Regular"/>
              </a:rPr>
              <a:t>InetAddress</a:t>
            </a:r>
            <a:r>
              <a:rPr lang="en-IE" sz="1800" dirty="0">
                <a:solidFill>
                  <a:srgbClr val="000089"/>
                </a:solidFill>
                <a:latin typeface="UbuntuMono-Regular"/>
              </a:rPr>
              <a:t> google </a:t>
            </a:r>
            <a:r>
              <a:rPr lang="en-IE" sz="1800" dirty="0">
                <a:solidFill>
                  <a:srgbClr val="555555"/>
                </a:solidFill>
                <a:latin typeface="UbuntuMono-Regular"/>
              </a:rPr>
              <a:t>= </a:t>
            </a:r>
            <a:r>
              <a:rPr lang="en-IE" sz="1800" dirty="0" err="1">
                <a:solidFill>
                  <a:srgbClr val="000089"/>
                </a:solidFill>
                <a:latin typeface="UbuntuMono-Regular"/>
              </a:rPr>
              <a:t>InetAddress</a:t>
            </a:r>
            <a:r>
              <a:rPr lang="en-IE" sz="1800" dirty="0" err="1">
                <a:solidFill>
                  <a:srgbClr val="555555"/>
                </a:solidFill>
                <a:latin typeface="UbuntuMono-Regular"/>
              </a:rPr>
              <a:t>.</a:t>
            </a:r>
            <a:r>
              <a:rPr lang="en-IE" sz="1800" dirty="0" err="1">
                <a:solidFill>
                  <a:srgbClr val="33009A"/>
                </a:solidFill>
                <a:latin typeface="UbuntuMono-Regular"/>
              </a:rPr>
              <a:t>getByAddress</a:t>
            </a:r>
            <a:r>
              <a:rPr lang="en-IE" sz="1800" dirty="0">
                <a:solidFill>
                  <a:srgbClr val="555555"/>
                </a:solidFill>
                <a:latin typeface="UbuntuMono-Regular"/>
              </a:rPr>
              <a:t>(</a:t>
            </a:r>
            <a:r>
              <a:rPr lang="en-IE" sz="1800" dirty="0">
                <a:solidFill>
                  <a:srgbClr val="000089"/>
                </a:solidFill>
                <a:latin typeface="UbuntuMono-Regular"/>
              </a:rPr>
              <a:t>address</a:t>
            </a:r>
            <a:r>
              <a:rPr lang="en-IE" sz="1800" dirty="0">
                <a:solidFill>
                  <a:srgbClr val="555555"/>
                </a:solidFill>
                <a:latin typeface="UbuntuMono-Regular"/>
              </a:rPr>
              <a:t>);</a:t>
            </a:r>
          </a:p>
          <a:p>
            <a:pPr marL="0" indent="0">
              <a:buNone/>
            </a:pPr>
            <a:r>
              <a:rPr lang="en-IE" sz="1800" dirty="0">
                <a:solidFill>
                  <a:srgbClr val="000089"/>
                </a:solidFill>
                <a:latin typeface="UbuntuMono-Regular"/>
              </a:rPr>
              <a:t>	</a:t>
            </a:r>
            <a:r>
              <a:rPr lang="en-IE" sz="1800" dirty="0" err="1">
                <a:solidFill>
                  <a:srgbClr val="000089"/>
                </a:solidFill>
                <a:latin typeface="UbuntuMono-Regular"/>
              </a:rPr>
              <a:t>InetAddress</a:t>
            </a:r>
            <a:r>
              <a:rPr lang="en-IE" sz="1800" dirty="0">
                <a:solidFill>
                  <a:srgbClr val="000089"/>
                </a:solidFill>
                <a:latin typeface="UbuntuMono-Regular"/>
              </a:rPr>
              <a:t> </a:t>
            </a:r>
            <a:r>
              <a:rPr lang="en-IE" sz="1800" dirty="0" err="1">
                <a:solidFill>
                  <a:srgbClr val="000089"/>
                </a:solidFill>
                <a:latin typeface="UbuntuMono-Regular"/>
              </a:rPr>
              <a:t>google_name</a:t>
            </a:r>
            <a:r>
              <a:rPr lang="en-IE" sz="1800" dirty="0">
                <a:solidFill>
                  <a:srgbClr val="000089"/>
                </a:solidFill>
                <a:latin typeface="UbuntuMono-Regular"/>
              </a:rPr>
              <a:t> </a:t>
            </a:r>
            <a:r>
              <a:rPr lang="en-IE" sz="1800" dirty="0">
                <a:solidFill>
                  <a:srgbClr val="555555"/>
                </a:solidFill>
                <a:latin typeface="UbuntuMono-Regular"/>
              </a:rPr>
              <a:t>= </a:t>
            </a:r>
          </a:p>
          <a:p>
            <a:pPr marL="0" indent="0">
              <a:buNone/>
            </a:pPr>
            <a:r>
              <a:rPr lang="en-IE" sz="1800" dirty="0">
                <a:solidFill>
                  <a:srgbClr val="000089"/>
                </a:solidFill>
                <a:latin typeface="UbuntuMono-Regular"/>
              </a:rPr>
              <a:t>		</a:t>
            </a:r>
            <a:r>
              <a:rPr lang="en-IE" sz="1800" dirty="0" err="1">
                <a:solidFill>
                  <a:srgbClr val="000089"/>
                </a:solidFill>
                <a:latin typeface="UbuntuMono-Regular"/>
              </a:rPr>
              <a:t>InetAddress</a:t>
            </a:r>
            <a:r>
              <a:rPr lang="en-IE" sz="1800" dirty="0" err="1">
                <a:solidFill>
                  <a:srgbClr val="555555"/>
                </a:solidFill>
                <a:latin typeface="UbuntuMono-Regular"/>
              </a:rPr>
              <a:t>.</a:t>
            </a:r>
            <a:r>
              <a:rPr lang="en-IE" sz="1800" dirty="0" err="1">
                <a:solidFill>
                  <a:srgbClr val="33009A"/>
                </a:solidFill>
                <a:latin typeface="UbuntuMono-Regular"/>
              </a:rPr>
              <a:t>getByAddress</a:t>
            </a:r>
            <a:r>
              <a:rPr lang="en-IE" sz="1800" dirty="0">
                <a:solidFill>
                  <a:srgbClr val="555555"/>
                </a:solidFill>
                <a:latin typeface="UbuntuMono-Regular"/>
              </a:rPr>
              <a:t>(</a:t>
            </a:r>
            <a:r>
              <a:rPr lang="en-IE" sz="1800" dirty="0">
                <a:solidFill>
                  <a:srgbClr val="CD3300"/>
                </a:solidFill>
                <a:latin typeface="UbuntuMono-Regular"/>
              </a:rPr>
              <a:t>“www.google.com"</a:t>
            </a:r>
            <a:r>
              <a:rPr lang="en-IE" sz="1800" dirty="0">
                <a:solidFill>
                  <a:srgbClr val="555555"/>
                </a:solidFill>
                <a:latin typeface="UbuntuMono-Regular"/>
              </a:rPr>
              <a:t>, </a:t>
            </a:r>
            <a:r>
              <a:rPr lang="en-IE" sz="1800" dirty="0">
                <a:solidFill>
                  <a:srgbClr val="000089"/>
                </a:solidFill>
                <a:latin typeface="UbuntuMono-Regular"/>
              </a:rPr>
              <a:t>address</a:t>
            </a:r>
            <a:r>
              <a:rPr lang="en-IE" sz="1800" dirty="0">
                <a:solidFill>
                  <a:srgbClr val="555555"/>
                </a:solidFill>
                <a:latin typeface="UbuntuMono-Regular"/>
              </a:rPr>
              <a:t>);	</a:t>
            </a:r>
            <a:endParaRPr lang="en-IE" sz="1800" dirty="0">
              <a:solidFill>
                <a:srgbClr val="000089"/>
              </a:solidFill>
              <a:latin typeface="UbuntuMono-Regular"/>
            </a:endParaRPr>
          </a:p>
          <a:p>
            <a:pPr marL="0" indent="0">
              <a:buNone/>
            </a:pPr>
            <a:endParaRPr lang="en-IE" sz="1800" dirty="0">
              <a:solidFill>
                <a:srgbClr val="000089"/>
              </a:solidFill>
              <a:latin typeface="UbuntuMono-Regular"/>
            </a:endParaRPr>
          </a:p>
          <a:p>
            <a:pPr marL="0" indent="0">
              <a:buNone/>
            </a:pPr>
            <a:r>
              <a:rPr lang="en-IE" sz="2000" dirty="0">
                <a:solidFill>
                  <a:srgbClr val="555555"/>
                </a:solidFill>
                <a:latin typeface="UbuntuMono-Regular"/>
              </a:rPr>
              <a:t>} </a:t>
            </a:r>
            <a:r>
              <a:rPr lang="en-IE" sz="2000" b="1" dirty="0">
                <a:solidFill>
                  <a:srgbClr val="00669A"/>
                </a:solidFill>
                <a:latin typeface="UbuntuMono-Bold"/>
              </a:rPr>
              <a:t>catch </a:t>
            </a:r>
            <a:r>
              <a:rPr lang="en-IE" sz="2000" dirty="0">
                <a:solidFill>
                  <a:srgbClr val="555555"/>
                </a:solidFill>
                <a:latin typeface="UbuntuMono-Regular"/>
              </a:rPr>
              <a:t>(</a:t>
            </a:r>
            <a:r>
              <a:rPr lang="en-IE" sz="2000" dirty="0" err="1">
                <a:solidFill>
                  <a:srgbClr val="000089"/>
                </a:solidFill>
                <a:latin typeface="UbuntuMono-Regular"/>
              </a:rPr>
              <a:t>UnknownHostException</a:t>
            </a:r>
            <a:r>
              <a:rPr lang="en-IE" sz="2000" dirty="0">
                <a:solidFill>
                  <a:srgbClr val="000089"/>
                </a:solidFill>
                <a:latin typeface="UbuntuMono-Regular"/>
              </a:rPr>
              <a:t> ex</a:t>
            </a:r>
            <a:r>
              <a:rPr lang="en-IE" sz="2000" dirty="0">
                <a:solidFill>
                  <a:srgbClr val="555555"/>
                </a:solidFill>
                <a:latin typeface="UbuntuMono-Regular"/>
              </a:rPr>
              <a:t>) {</a:t>
            </a:r>
          </a:p>
          <a:p>
            <a:pPr marL="0" indent="0">
              <a:buNone/>
            </a:pPr>
            <a:r>
              <a:rPr lang="en-IE" sz="2000" dirty="0">
                <a:solidFill>
                  <a:srgbClr val="000089"/>
                </a:solidFill>
                <a:latin typeface="UbuntuMono-Regular"/>
              </a:rPr>
              <a:t>	</a:t>
            </a:r>
            <a:r>
              <a:rPr lang="en-IE" sz="2000" dirty="0" err="1">
                <a:solidFill>
                  <a:srgbClr val="000089"/>
                </a:solidFill>
                <a:latin typeface="UbuntuMono-Regular"/>
              </a:rPr>
              <a:t>System</a:t>
            </a:r>
            <a:r>
              <a:rPr lang="en-IE" sz="2000" dirty="0" err="1">
                <a:solidFill>
                  <a:srgbClr val="555555"/>
                </a:solidFill>
                <a:latin typeface="UbuntuMono-Regular"/>
              </a:rPr>
              <a:t>.</a:t>
            </a:r>
            <a:r>
              <a:rPr lang="en-IE" sz="2000" dirty="0" err="1">
                <a:solidFill>
                  <a:srgbClr val="33009A"/>
                </a:solidFill>
                <a:latin typeface="UbuntuMono-Regular"/>
              </a:rPr>
              <a:t>out</a:t>
            </a:r>
            <a:r>
              <a:rPr lang="en-IE" sz="2000" dirty="0" err="1">
                <a:solidFill>
                  <a:srgbClr val="555555"/>
                </a:solidFill>
                <a:latin typeface="UbuntuMono-Regular"/>
              </a:rPr>
              <a:t>.</a:t>
            </a:r>
            <a:r>
              <a:rPr lang="en-IE" sz="2000" dirty="0" err="1">
                <a:solidFill>
                  <a:srgbClr val="33009A"/>
                </a:solidFill>
                <a:latin typeface="UbuntuMono-Regular"/>
              </a:rPr>
              <a:t>println</a:t>
            </a:r>
            <a:r>
              <a:rPr lang="en-IE" sz="2000" dirty="0">
                <a:solidFill>
                  <a:srgbClr val="555555"/>
                </a:solidFill>
                <a:latin typeface="UbuntuMono-Regular"/>
              </a:rPr>
              <a:t>(</a:t>
            </a:r>
            <a:r>
              <a:rPr lang="en-IE" sz="2000" dirty="0">
                <a:solidFill>
                  <a:srgbClr val="CD3300"/>
                </a:solidFill>
                <a:latin typeface="UbuntuMono-Regular"/>
              </a:rPr>
              <a:t>"Could not find www.google.com"</a:t>
            </a:r>
            <a:r>
              <a:rPr lang="en-IE" sz="2000" dirty="0">
                <a:solidFill>
                  <a:srgbClr val="555555"/>
                </a:solidFill>
                <a:latin typeface="UbuntuMono-Regular"/>
              </a:rPr>
              <a:t>);</a:t>
            </a:r>
          </a:p>
          <a:p>
            <a:pPr marL="0" indent="0">
              <a:buNone/>
            </a:pPr>
            <a:r>
              <a:rPr lang="en-IE" sz="2000" dirty="0">
                <a:solidFill>
                  <a:srgbClr val="555555"/>
                </a:solidFill>
                <a:latin typeface="UbuntuMono-Regular"/>
              </a:rPr>
              <a:t>}</a:t>
            </a:r>
            <a:r>
              <a:rPr lang="en-US" sz="2000" dirty="0">
                <a:solidFill>
                  <a:srgbClr val="555555"/>
                </a:solidFill>
                <a:latin typeface="UbuntuMono-Regular"/>
              </a:rPr>
              <a:t>}}</a:t>
            </a:r>
          </a:p>
          <a:p>
            <a:r>
              <a:rPr lang="en-IE" sz="2000" dirty="0">
                <a:latin typeface="MinionPro-Regular"/>
              </a:rPr>
              <a:t>The first </a:t>
            </a:r>
            <a:r>
              <a:rPr lang="en-IE" sz="2000" dirty="0" err="1">
                <a:solidFill>
                  <a:schemeClr val="tx2"/>
                </a:solidFill>
                <a:latin typeface="UbuntuMono-Regular"/>
              </a:rPr>
              <a:t>InetAddress.getByAddress</a:t>
            </a:r>
            <a:r>
              <a:rPr lang="en-IE" sz="2000" dirty="0">
                <a:solidFill>
                  <a:schemeClr val="tx2"/>
                </a:solidFill>
                <a:latin typeface="UbuntuMono-Regular"/>
              </a:rPr>
              <a:t>()</a:t>
            </a:r>
            <a:r>
              <a:rPr lang="en-IE" sz="2000" dirty="0">
                <a:latin typeface="UbuntuMono-Regular"/>
              </a:rPr>
              <a:t> </a:t>
            </a:r>
            <a:r>
              <a:rPr lang="en-IE" sz="2000" dirty="0">
                <a:latin typeface="MinionPro-Regular"/>
              </a:rPr>
              <a:t>factory method creates an </a:t>
            </a:r>
            <a:r>
              <a:rPr lang="en-IE" sz="2000" dirty="0" err="1">
                <a:solidFill>
                  <a:schemeClr val="tx2"/>
                </a:solidFill>
                <a:latin typeface="UbuntuMono-Regular"/>
              </a:rPr>
              <a:t>InetAddress</a:t>
            </a:r>
            <a:r>
              <a:rPr lang="en-IE" sz="2000" dirty="0">
                <a:latin typeface="UbuntuMono-Regular"/>
              </a:rPr>
              <a:t> </a:t>
            </a:r>
            <a:r>
              <a:rPr lang="en-IE" sz="2000" dirty="0">
                <a:latin typeface="MinionPro-Regular"/>
              </a:rPr>
              <a:t>object with an IP address and no hostname. </a:t>
            </a:r>
          </a:p>
          <a:p>
            <a:r>
              <a:rPr lang="en-IE" sz="2000" dirty="0">
                <a:latin typeface="MinionPro-Regular"/>
              </a:rPr>
              <a:t>The second </a:t>
            </a:r>
            <a:r>
              <a:rPr lang="en-IE" sz="2000" dirty="0" err="1">
                <a:solidFill>
                  <a:schemeClr val="tx2"/>
                </a:solidFill>
                <a:latin typeface="UbuntuMono-Regular"/>
              </a:rPr>
              <a:t>InetAddress.getByAddress</a:t>
            </a:r>
            <a:r>
              <a:rPr lang="en-IE" sz="2000" dirty="0">
                <a:solidFill>
                  <a:schemeClr val="tx2"/>
                </a:solidFill>
                <a:latin typeface="UbuntuMono-Regular"/>
              </a:rPr>
              <a:t>()</a:t>
            </a:r>
            <a:r>
              <a:rPr lang="en-IE" sz="2000" dirty="0">
                <a:latin typeface="UbuntuMono-Regular"/>
              </a:rPr>
              <a:t> </a:t>
            </a:r>
            <a:r>
              <a:rPr lang="en-IE" sz="2000" dirty="0">
                <a:latin typeface="MinionPro-Regular"/>
              </a:rPr>
              <a:t>method creates an </a:t>
            </a:r>
            <a:r>
              <a:rPr lang="en-IE" sz="2000" dirty="0" err="1">
                <a:solidFill>
                  <a:schemeClr val="tx2"/>
                </a:solidFill>
                <a:latin typeface="UbuntuMono-Regular"/>
              </a:rPr>
              <a:t>InetAddress</a:t>
            </a:r>
            <a:r>
              <a:rPr lang="en-IE" sz="2000" dirty="0">
                <a:latin typeface="UbuntuMono-Regular"/>
              </a:rPr>
              <a:t> </a:t>
            </a:r>
            <a:r>
              <a:rPr lang="en-IE" sz="2000" dirty="0">
                <a:latin typeface="MinionPro-Regular"/>
              </a:rPr>
              <a:t>object with an </a:t>
            </a:r>
            <a:r>
              <a:rPr lang="en-IE" sz="2000" dirty="0">
                <a:solidFill>
                  <a:schemeClr val="tx2"/>
                </a:solidFill>
                <a:latin typeface="MinionPro-Regular"/>
              </a:rPr>
              <a:t>IP address and a hostname</a:t>
            </a:r>
            <a:r>
              <a:rPr lang="en-IE" sz="2000" dirty="0">
                <a:latin typeface="MinionPro-Regular"/>
              </a:rPr>
              <a:t>. </a:t>
            </a:r>
          </a:p>
          <a:p>
            <a:r>
              <a:rPr lang="en-IE" sz="2000" dirty="0">
                <a:latin typeface="MinionPro-Regular"/>
              </a:rPr>
              <a:t>For example, this code fragment makes an </a:t>
            </a:r>
            <a:r>
              <a:rPr lang="en-IE" sz="2000" dirty="0" err="1">
                <a:latin typeface="UbuntuMono-Regular"/>
              </a:rPr>
              <a:t>InetAddress</a:t>
            </a:r>
            <a:r>
              <a:rPr lang="en-IE" sz="2000" dirty="0">
                <a:latin typeface="UbuntuMono-Regular"/>
              </a:rPr>
              <a:t> </a:t>
            </a:r>
            <a:r>
              <a:rPr lang="en-IE" sz="2000" dirty="0">
                <a:latin typeface="MinionPro-Regular"/>
              </a:rPr>
              <a:t>for 107.23.216.196:</a:t>
            </a:r>
            <a:endParaRPr lang="en-IE" sz="2000" dirty="0"/>
          </a:p>
        </p:txBody>
      </p:sp>
    </p:spTree>
    <p:extLst>
      <p:ext uri="{BB962C8B-B14F-4D97-AF65-F5344CB8AC3E}">
        <p14:creationId xmlns:p14="http://schemas.microsoft.com/office/powerpoint/2010/main" val="3268969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a:t>Caching</a:t>
            </a:r>
          </a:p>
        </p:txBody>
      </p:sp>
      <p:sp>
        <p:nvSpPr>
          <p:cNvPr id="16387" name="Rectangle 3"/>
          <p:cNvSpPr>
            <a:spLocks noGrp="1" noChangeArrowheads="1"/>
          </p:cNvSpPr>
          <p:nvPr>
            <p:ph type="body" idx="1"/>
          </p:nvPr>
        </p:nvSpPr>
        <p:spPr>
          <a:xfrm>
            <a:off x="76200" y="685800"/>
            <a:ext cx="8991600" cy="6172200"/>
          </a:xfrm>
        </p:spPr>
        <p:txBody>
          <a:bodyPr>
            <a:normAutofit/>
          </a:bodyPr>
          <a:lstStyle/>
          <a:p>
            <a:r>
              <a:rPr lang="en-IE" sz="2400" dirty="0"/>
              <a:t>Because </a:t>
            </a:r>
            <a:r>
              <a:rPr lang="en-IE" sz="2400" dirty="0">
                <a:solidFill>
                  <a:schemeClr val="tx2"/>
                </a:solidFill>
              </a:rPr>
              <a:t>DNS lookups can be relatively expensive</a:t>
            </a:r>
            <a:r>
              <a:rPr lang="en-IE" sz="2400" dirty="0"/>
              <a:t> (on the order of several seconds)</a:t>
            </a:r>
          </a:p>
          <a:p>
            <a:pPr lvl="1"/>
            <a:r>
              <a:rPr lang="en-IE" sz="1800" dirty="0"/>
              <a:t>the </a:t>
            </a:r>
            <a:r>
              <a:rPr lang="en-IE" sz="1800" dirty="0" err="1"/>
              <a:t>InetAddress</a:t>
            </a:r>
            <a:r>
              <a:rPr lang="en-IE" sz="1800" dirty="0"/>
              <a:t> class caches the results of lookups. </a:t>
            </a:r>
          </a:p>
          <a:p>
            <a:r>
              <a:rPr lang="en-IE" sz="2400" dirty="0">
                <a:solidFill>
                  <a:schemeClr val="tx2"/>
                </a:solidFill>
              </a:rPr>
              <a:t>Once it has the address of a given host, it won’t look it up again, even if you create a new </a:t>
            </a:r>
            <a:r>
              <a:rPr lang="en-IE" sz="2400" dirty="0" err="1">
                <a:solidFill>
                  <a:schemeClr val="tx2"/>
                </a:solidFill>
              </a:rPr>
              <a:t>InetAddress</a:t>
            </a:r>
            <a:r>
              <a:rPr lang="en-IE" sz="2400" dirty="0">
                <a:solidFill>
                  <a:schemeClr val="tx2"/>
                </a:solidFill>
              </a:rPr>
              <a:t> object for the same host. </a:t>
            </a:r>
          </a:p>
          <a:p>
            <a:r>
              <a:rPr lang="en-IE" sz="2400" dirty="0"/>
              <a:t>As long as IP addresses don’t change while your program is running, this is not a problem.</a:t>
            </a:r>
          </a:p>
          <a:p>
            <a:r>
              <a:rPr lang="en-IE" sz="2400" dirty="0"/>
              <a:t>It’s not uncommon for an initial attempt to resolve a host to fail, but the immediately following one to succeed. </a:t>
            </a:r>
          </a:p>
          <a:p>
            <a:r>
              <a:rPr lang="en-IE" sz="2400" dirty="0"/>
              <a:t>The first attempt timed out while the information was still in transit from the remote DNS server. Then the address arrived at the local server and was immediately available for the next request. </a:t>
            </a:r>
          </a:p>
          <a:p>
            <a:r>
              <a:rPr lang="en-IE" sz="2400" dirty="0"/>
              <a:t>For this reason, Java only caches unsuccessful DNS queries for </a:t>
            </a:r>
            <a:r>
              <a:rPr lang="en-IE" sz="2400" dirty="0">
                <a:solidFill>
                  <a:schemeClr val="tx2"/>
                </a:solidFill>
              </a:rPr>
              <a:t>10 seconds</a:t>
            </a:r>
            <a:r>
              <a:rPr lang="en-IE" sz="2400" dirty="0"/>
              <a:t>.</a:t>
            </a:r>
          </a:p>
        </p:txBody>
      </p:sp>
    </p:spTree>
    <p:extLst>
      <p:ext uri="{BB962C8B-B14F-4D97-AF65-F5344CB8AC3E}">
        <p14:creationId xmlns:p14="http://schemas.microsoft.com/office/powerpoint/2010/main" val="1296073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a:t>Caching….(2)</a:t>
            </a:r>
          </a:p>
        </p:txBody>
      </p:sp>
      <p:sp>
        <p:nvSpPr>
          <p:cNvPr id="16387" name="Rectangle 3"/>
          <p:cNvSpPr>
            <a:spLocks noGrp="1" noChangeArrowheads="1"/>
          </p:cNvSpPr>
          <p:nvPr>
            <p:ph type="body" idx="1"/>
          </p:nvPr>
        </p:nvSpPr>
        <p:spPr>
          <a:xfrm>
            <a:off x="0" y="685800"/>
            <a:ext cx="9144000" cy="6172200"/>
          </a:xfrm>
        </p:spPr>
        <p:txBody>
          <a:bodyPr>
            <a:noAutofit/>
          </a:bodyPr>
          <a:lstStyle/>
          <a:p>
            <a:r>
              <a:rPr lang="en-IE" sz="2000" dirty="0"/>
              <a:t>These times can be controlled by the system properties </a:t>
            </a:r>
            <a:r>
              <a:rPr lang="en-IE" sz="2000" dirty="0" err="1">
                <a:solidFill>
                  <a:schemeClr val="tx2"/>
                </a:solidFill>
              </a:rPr>
              <a:t>networkaddress.cache.ttl</a:t>
            </a:r>
            <a:r>
              <a:rPr lang="en-IE" sz="2000" dirty="0"/>
              <a:t> and </a:t>
            </a:r>
            <a:r>
              <a:rPr lang="en-IE" sz="2000" dirty="0" err="1">
                <a:solidFill>
                  <a:schemeClr val="tx2"/>
                </a:solidFill>
              </a:rPr>
              <a:t>networkaddress.cache.negative.ttl</a:t>
            </a:r>
            <a:r>
              <a:rPr lang="en-IE" sz="2000" dirty="0">
                <a:solidFill>
                  <a:schemeClr val="tx2"/>
                </a:solidFill>
              </a:rPr>
              <a:t>.</a:t>
            </a:r>
            <a:r>
              <a:rPr lang="en-IE" sz="2000" dirty="0"/>
              <a:t> </a:t>
            </a:r>
          </a:p>
          <a:p>
            <a:pPr lvl="1"/>
            <a:r>
              <a:rPr lang="en-IE" sz="1600" dirty="0" err="1"/>
              <a:t>networkaddress.cache.ttl</a:t>
            </a:r>
            <a:r>
              <a:rPr lang="en-IE" sz="1600" dirty="0"/>
              <a:t>, specifies the number of seconds a successful DNS lookup will remain in Java’s cache. </a:t>
            </a:r>
          </a:p>
          <a:p>
            <a:pPr lvl="1"/>
            <a:r>
              <a:rPr lang="en-IE" sz="1600" dirty="0" err="1"/>
              <a:t>networkaddress.cache.negative.ttl</a:t>
            </a:r>
            <a:r>
              <a:rPr lang="en-IE" sz="1600" dirty="0"/>
              <a:t> is the number of seconds an unsuccessful lookup will be cached. </a:t>
            </a:r>
          </a:p>
          <a:p>
            <a:r>
              <a:rPr lang="en-IE" sz="2000" dirty="0" err="1">
                <a:solidFill>
                  <a:srgbClr val="000000"/>
                </a:solidFill>
                <a:latin typeface="Consolas"/>
              </a:rPr>
              <a:t>Security.</a:t>
            </a:r>
            <a:r>
              <a:rPr lang="en-IE" sz="2000" i="1" dirty="0" err="1">
                <a:solidFill>
                  <a:srgbClr val="000000"/>
                </a:solidFill>
                <a:latin typeface="Consolas"/>
              </a:rPr>
              <a:t>setProperty</a:t>
            </a:r>
            <a:r>
              <a:rPr lang="en-IE" sz="2000" i="1" dirty="0">
                <a:solidFill>
                  <a:srgbClr val="000000"/>
                </a:solidFill>
                <a:latin typeface="Consolas"/>
              </a:rPr>
              <a:t>(</a:t>
            </a:r>
            <a:r>
              <a:rPr lang="en-IE" sz="2000" i="1" dirty="0">
                <a:solidFill>
                  <a:srgbClr val="2A00FF"/>
                </a:solidFill>
                <a:latin typeface="Consolas"/>
              </a:rPr>
              <a:t>"</a:t>
            </a:r>
            <a:r>
              <a:rPr lang="en-IE" sz="2000" i="1" dirty="0" err="1">
                <a:solidFill>
                  <a:srgbClr val="2A00FF"/>
                </a:solidFill>
                <a:latin typeface="Consolas"/>
              </a:rPr>
              <a:t>networkaddress.cache.ttl</a:t>
            </a:r>
            <a:r>
              <a:rPr lang="en-IE" sz="2000" i="1" dirty="0">
                <a:solidFill>
                  <a:srgbClr val="2A00FF"/>
                </a:solidFill>
                <a:latin typeface="Consolas"/>
              </a:rPr>
              <a:t>"</a:t>
            </a:r>
            <a:r>
              <a:rPr lang="en-IE" sz="2000" i="1" dirty="0">
                <a:solidFill>
                  <a:srgbClr val="000000"/>
                </a:solidFill>
                <a:latin typeface="Consolas"/>
              </a:rPr>
              <a:t> , </a:t>
            </a:r>
            <a:r>
              <a:rPr lang="en-IE" sz="2000" i="1" dirty="0">
                <a:solidFill>
                  <a:srgbClr val="2A00FF"/>
                </a:solidFill>
                <a:latin typeface="Consolas"/>
              </a:rPr>
              <a:t>"60"</a:t>
            </a:r>
            <a:r>
              <a:rPr lang="en-IE" sz="2000" i="1" dirty="0">
                <a:solidFill>
                  <a:srgbClr val="000000"/>
                </a:solidFill>
                <a:latin typeface="Consolas"/>
              </a:rPr>
              <a:t>);</a:t>
            </a:r>
          </a:p>
          <a:p>
            <a:r>
              <a:rPr lang="en-IE" sz="2000" dirty="0"/>
              <a:t>Attempting to look up the same host again within these limits will only return the same value. </a:t>
            </a:r>
          </a:p>
          <a:p>
            <a:r>
              <a:rPr lang="en-IE" sz="2000" dirty="0"/>
              <a:t>Negative 1 is interpreted as “never expire.”</a:t>
            </a:r>
          </a:p>
          <a:p>
            <a:r>
              <a:rPr lang="en-IE" sz="2000" dirty="0"/>
              <a:t>Besides local caching inside the </a:t>
            </a:r>
            <a:r>
              <a:rPr lang="en-IE" sz="2000" dirty="0" err="1"/>
              <a:t>InetAddress</a:t>
            </a:r>
            <a:r>
              <a:rPr lang="en-IE" sz="2000" dirty="0"/>
              <a:t> class, the local host, the local domain name server, and other DNS servers elsewhere on the Internet also cache the results of various queries. </a:t>
            </a:r>
          </a:p>
          <a:p>
            <a:r>
              <a:rPr lang="en-IE" sz="2000" dirty="0"/>
              <a:t>Java provides no way to control this. As a result, it may take several hours for the information about an IP address change to propagate across the Internet. </a:t>
            </a:r>
          </a:p>
          <a:p>
            <a:r>
              <a:rPr lang="en-IE" sz="2000" dirty="0"/>
              <a:t>In the meantime, your program may encounter various exceptions, including </a:t>
            </a:r>
            <a:r>
              <a:rPr lang="en-IE" sz="2000" dirty="0" err="1"/>
              <a:t>UnknownHostException</a:t>
            </a:r>
            <a:r>
              <a:rPr lang="en-IE" sz="2000" dirty="0"/>
              <a:t>, </a:t>
            </a:r>
            <a:r>
              <a:rPr lang="en-IE" sz="2000" dirty="0" err="1"/>
              <a:t>NoRouteToHostException</a:t>
            </a:r>
            <a:r>
              <a:rPr lang="en-IE" sz="2000" dirty="0"/>
              <a:t>, and </a:t>
            </a:r>
            <a:r>
              <a:rPr lang="en-IE" sz="2000" dirty="0" err="1"/>
              <a:t>ConnectException</a:t>
            </a:r>
            <a:r>
              <a:rPr lang="en-IE" sz="2000" dirty="0"/>
              <a:t>, depending on the changes made to the DNS.</a:t>
            </a:r>
          </a:p>
        </p:txBody>
      </p:sp>
    </p:spTree>
    <p:extLst>
      <p:ext uri="{BB962C8B-B14F-4D97-AF65-F5344CB8AC3E}">
        <p14:creationId xmlns:p14="http://schemas.microsoft.com/office/powerpoint/2010/main" val="2265655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a:t>Lookup by IP Address</a:t>
            </a:r>
          </a:p>
        </p:txBody>
      </p:sp>
      <p:sp>
        <p:nvSpPr>
          <p:cNvPr id="16387" name="Rectangle 3"/>
          <p:cNvSpPr>
            <a:spLocks noGrp="1" noChangeArrowheads="1"/>
          </p:cNvSpPr>
          <p:nvPr>
            <p:ph type="body" idx="1"/>
          </p:nvPr>
        </p:nvSpPr>
        <p:spPr>
          <a:xfrm>
            <a:off x="76200" y="914400"/>
            <a:ext cx="8991600" cy="5943600"/>
          </a:xfrm>
        </p:spPr>
        <p:txBody>
          <a:bodyPr>
            <a:normAutofit/>
          </a:bodyPr>
          <a:lstStyle/>
          <a:p>
            <a:r>
              <a:rPr lang="en-IE" sz="2400" dirty="0" err="1">
                <a:solidFill>
                  <a:schemeClr val="tx2"/>
                </a:solidFill>
              </a:rPr>
              <a:t>getByName</a:t>
            </a:r>
            <a:r>
              <a:rPr lang="en-IE" sz="2400" dirty="0">
                <a:solidFill>
                  <a:schemeClr val="tx2"/>
                </a:solidFill>
              </a:rPr>
              <a:t>() </a:t>
            </a:r>
            <a:r>
              <a:rPr lang="en-IE" sz="2400" dirty="0"/>
              <a:t>with an IP address string as an argument creates an </a:t>
            </a:r>
            <a:r>
              <a:rPr lang="en-IE" sz="2400" dirty="0" err="1"/>
              <a:t>InetAddress</a:t>
            </a:r>
            <a:r>
              <a:rPr lang="en-IE" sz="2400" dirty="0"/>
              <a:t> object for the requested IP address </a:t>
            </a:r>
            <a:r>
              <a:rPr lang="en-IE" sz="2400" dirty="0">
                <a:solidFill>
                  <a:schemeClr val="tx2"/>
                </a:solidFill>
              </a:rPr>
              <a:t>without checking with DNS. </a:t>
            </a:r>
          </a:p>
          <a:p>
            <a:r>
              <a:rPr lang="en-IE" sz="2400" dirty="0"/>
              <a:t>This means it’s possible to create </a:t>
            </a:r>
            <a:r>
              <a:rPr lang="en-IE" sz="2400" dirty="0" err="1">
                <a:solidFill>
                  <a:schemeClr val="tx2"/>
                </a:solidFill>
              </a:rPr>
              <a:t>InetAddress</a:t>
            </a:r>
            <a:r>
              <a:rPr lang="en-IE" sz="2400" dirty="0">
                <a:solidFill>
                  <a:schemeClr val="tx2"/>
                </a:solidFill>
              </a:rPr>
              <a:t> </a:t>
            </a:r>
            <a:r>
              <a:rPr lang="en-IE" sz="2400" dirty="0"/>
              <a:t>objects for hosts that don’t really exist and that you can’t connect to. </a:t>
            </a:r>
          </a:p>
          <a:p>
            <a:r>
              <a:rPr lang="en-IE" sz="2400" dirty="0"/>
              <a:t>The hostname of an </a:t>
            </a:r>
            <a:r>
              <a:rPr lang="en-IE" sz="2400" dirty="0" err="1">
                <a:solidFill>
                  <a:schemeClr val="tx2"/>
                </a:solidFill>
              </a:rPr>
              <a:t>InetAddress</a:t>
            </a:r>
            <a:r>
              <a:rPr lang="en-IE" sz="2400" dirty="0">
                <a:solidFill>
                  <a:schemeClr val="tx2"/>
                </a:solidFill>
              </a:rPr>
              <a:t> </a:t>
            </a:r>
            <a:r>
              <a:rPr lang="en-IE" sz="2400" dirty="0"/>
              <a:t>object created from a string containing an IP address is initially set to that string. </a:t>
            </a:r>
          </a:p>
          <a:p>
            <a:r>
              <a:rPr lang="en-IE" sz="2400" dirty="0"/>
              <a:t>A DNS lookup for the actual </a:t>
            </a:r>
            <a:r>
              <a:rPr lang="en-IE" sz="2400" dirty="0">
                <a:solidFill>
                  <a:schemeClr val="tx2"/>
                </a:solidFill>
              </a:rPr>
              <a:t>hostname is only performed </a:t>
            </a:r>
            <a:r>
              <a:rPr lang="en-IE" sz="2400" dirty="0"/>
              <a:t>when the hostname is requested, either </a:t>
            </a:r>
            <a:r>
              <a:rPr lang="en-IE" sz="2400" dirty="0">
                <a:solidFill>
                  <a:schemeClr val="tx2"/>
                </a:solidFill>
              </a:rPr>
              <a:t>explicitly via a </a:t>
            </a:r>
            <a:r>
              <a:rPr lang="en-IE" sz="2400" dirty="0" err="1">
                <a:solidFill>
                  <a:schemeClr val="tx2"/>
                </a:solidFill>
              </a:rPr>
              <a:t>getHostName</a:t>
            </a:r>
            <a:r>
              <a:rPr lang="en-IE" sz="2400" dirty="0"/>
              <a:t>(). </a:t>
            </a:r>
          </a:p>
          <a:p>
            <a:r>
              <a:rPr lang="en-IE" sz="2400" dirty="0">
                <a:solidFill>
                  <a:schemeClr val="tx2"/>
                </a:solidFill>
              </a:rPr>
              <a:t>Hostnames</a:t>
            </a:r>
            <a:r>
              <a:rPr lang="en-IE" sz="2400" dirty="0"/>
              <a:t> are much more </a:t>
            </a:r>
            <a:r>
              <a:rPr lang="en-IE" sz="2400" dirty="0">
                <a:solidFill>
                  <a:schemeClr val="tx2"/>
                </a:solidFill>
              </a:rPr>
              <a:t>stable</a:t>
            </a:r>
            <a:r>
              <a:rPr lang="en-IE" sz="2400" dirty="0"/>
              <a:t> than </a:t>
            </a:r>
            <a:r>
              <a:rPr lang="en-IE" sz="2400" dirty="0">
                <a:solidFill>
                  <a:schemeClr val="tx2"/>
                </a:solidFill>
              </a:rPr>
              <a:t>IP addresses</a:t>
            </a:r>
            <a:r>
              <a:rPr lang="en-IE" sz="2400" dirty="0"/>
              <a:t>. Some services have lived at the same hostname for years, but have switched IP addresses several times. </a:t>
            </a:r>
          </a:p>
          <a:p>
            <a:r>
              <a:rPr lang="en-IE" sz="2400" dirty="0"/>
              <a:t>If you have a choice between using a hostname or an IP address, always choose the hostname. Use an IP address only when a hostname is not available.</a:t>
            </a:r>
          </a:p>
        </p:txBody>
      </p:sp>
    </p:spTree>
    <p:extLst>
      <p:ext uri="{BB962C8B-B14F-4D97-AF65-F5344CB8AC3E}">
        <p14:creationId xmlns:p14="http://schemas.microsoft.com/office/powerpoint/2010/main" val="1609328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a:t>Security Issues</a:t>
            </a:r>
          </a:p>
        </p:txBody>
      </p:sp>
      <p:sp>
        <p:nvSpPr>
          <p:cNvPr id="16387" name="Rectangle 3"/>
          <p:cNvSpPr>
            <a:spLocks noGrp="1" noChangeArrowheads="1"/>
          </p:cNvSpPr>
          <p:nvPr>
            <p:ph type="body" idx="1"/>
          </p:nvPr>
        </p:nvSpPr>
        <p:spPr>
          <a:xfrm>
            <a:off x="76200" y="914400"/>
            <a:ext cx="8991600" cy="5943600"/>
          </a:xfrm>
        </p:spPr>
        <p:txBody>
          <a:bodyPr>
            <a:normAutofit fontScale="92500" lnSpcReduction="20000"/>
          </a:bodyPr>
          <a:lstStyle/>
          <a:p>
            <a:r>
              <a:rPr lang="en-IE" sz="2400" dirty="0"/>
              <a:t>Creating a new </a:t>
            </a:r>
            <a:r>
              <a:rPr lang="en-IE" sz="2400" dirty="0" err="1">
                <a:solidFill>
                  <a:schemeClr val="tx2"/>
                </a:solidFill>
              </a:rPr>
              <a:t>InetAddress</a:t>
            </a:r>
            <a:r>
              <a:rPr lang="en-IE" sz="2400" dirty="0">
                <a:solidFill>
                  <a:schemeClr val="tx2"/>
                </a:solidFill>
              </a:rPr>
              <a:t> </a:t>
            </a:r>
            <a:r>
              <a:rPr lang="en-IE" sz="2400" dirty="0"/>
              <a:t>object from a hostname is considered a potentially insecure operation because it requires a DNS lookup. </a:t>
            </a:r>
          </a:p>
          <a:p>
            <a:r>
              <a:rPr lang="en-IE" sz="2400" dirty="0"/>
              <a:t>Untrusted code is not allowed to create an </a:t>
            </a:r>
            <a:r>
              <a:rPr lang="en-IE" sz="2400" dirty="0" err="1">
                <a:solidFill>
                  <a:schemeClr val="tx2"/>
                </a:solidFill>
              </a:rPr>
              <a:t>InetAddress</a:t>
            </a:r>
            <a:r>
              <a:rPr lang="en-IE" sz="2400" dirty="0">
                <a:solidFill>
                  <a:schemeClr val="tx2"/>
                </a:solidFill>
              </a:rPr>
              <a:t> </a:t>
            </a:r>
            <a:r>
              <a:rPr lang="en-IE" sz="2400" dirty="0"/>
              <a:t>object from any other hostname. This is true whether the code uses the </a:t>
            </a:r>
            <a:r>
              <a:rPr lang="en-IE" sz="2400" dirty="0" err="1">
                <a:solidFill>
                  <a:schemeClr val="tx2"/>
                </a:solidFill>
              </a:rPr>
              <a:t>InetAddress.getByName</a:t>
            </a:r>
            <a:r>
              <a:rPr lang="en-IE" sz="2400" dirty="0">
                <a:solidFill>
                  <a:schemeClr val="tx2"/>
                </a:solidFill>
              </a:rPr>
              <a:t>() </a:t>
            </a:r>
            <a:r>
              <a:rPr lang="en-IE" sz="2400" dirty="0"/>
              <a:t>method, the </a:t>
            </a:r>
            <a:r>
              <a:rPr lang="en-IE" sz="2400" dirty="0" err="1">
                <a:solidFill>
                  <a:schemeClr val="tx2"/>
                </a:solidFill>
              </a:rPr>
              <a:t>InetAddress.getAllByName</a:t>
            </a:r>
            <a:r>
              <a:rPr lang="en-IE" sz="2400" dirty="0">
                <a:solidFill>
                  <a:schemeClr val="tx2"/>
                </a:solidFill>
              </a:rPr>
              <a:t>() </a:t>
            </a:r>
            <a:r>
              <a:rPr lang="en-IE" sz="2400" dirty="0"/>
              <a:t>method, the </a:t>
            </a:r>
            <a:r>
              <a:rPr lang="en-IE" sz="2400" dirty="0" err="1">
                <a:solidFill>
                  <a:schemeClr val="tx2"/>
                </a:solidFill>
              </a:rPr>
              <a:t>InetAddress.getLocalHost</a:t>
            </a:r>
            <a:r>
              <a:rPr lang="en-IE" sz="2400" dirty="0">
                <a:solidFill>
                  <a:schemeClr val="tx2"/>
                </a:solidFill>
              </a:rPr>
              <a:t>() </a:t>
            </a:r>
            <a:r>
              <a:rPr lang="en-IE" sz="2400" dirty="0"/>
              <a:t>method, or something else. </a:t>
            </a:r>
          </a:p>
          <a:p>
            <a:r>
              <a:rPr lang="en-IE" sz="2400" dirty="0"/>
              <a:t>Arbitrary DNS lookups are prohibited because arbitrary DNS lookups leak information.</a:t>
            </a:r>
          </a:p>
          <a:p>
            <a:r>
              <a:rPr lang="en-IE" sz="2400" dirty="0"/>
              <a:t>Like all security checks, prohibitions against DNS resolutions can be relaxed for trusted code. </a:t>
            </a:r>
          </a:p>
          <a:p>
            <a:r>
              <a:rPr lang="en-IE" sz="2400" dirty="0"/>
              <a:t>The specific </a:t>
            </a:r>
            <a:r>
              <a:rPr lang="en-IE" sz="2400" dirty="0" err="1">
                <a:solidFill>
                  <a:schemeClr val="tx2"/>
                </a:solidFill>
              </a:rPr>
              <a:t>SecurityManager</a:t>
            </a:r>
            <a:r>
              <a:rPr lang="en-IE" sz="2400" dirty="0">
                <a:solidFill>
                  <a:schemeClr val="tx2"/>
                </a:solidFill>
              </a:rPr>
              <a:t> </a:t>
            </a:r>
            <a:r>
              <a:rPr lang="en-IE" sz="2400" dirty="0"/>
              <a:t>method used to test whether a host can be resolved is </a:t>
            </a:r>
            <a:r>
              <a:rPr lang="en-IE" sz="2400" dirty="0" err="1">
                <a:solidFill>
                  <a:schemeClr val="tx2"/>
                </a:solidFill>
              </a:rPr>
              <a:t>checkConnect</a:t>
            </a:r>
            <a:r>
              <a:rPr lang="en-IE" sz="2400" dirty="0"/>
              <a:t>():</a:t>
            </a:r>
          </a:p>
          <a:p>
            <a:r>
              <a:rPr lang="en-IE" sz="2400" b="1" dirty="0">
                <a:solidFill>
                  <a:schemeClr val="tx2"/>
                </a:solidFill>
              </a:rPr>
              <a:t>public void </a:t>
            </a:r>
            <a:r>
              <a:rPr lang="en-IE" sz="2400" dirty="0" err="1">
                <a:solidFill>
                  <a:schemeClr val="tx2"/>
                </a:solidFill>
              </a:rPr>
              <a:t>checkConnect</a:t>
            </a:r>
            <a:r>
              <a:rPr lang="en-IE" sz="2400" dirty="0">
                <a:solidFill>
                  <a:schemeClr val="tx2"/>
                </a:solidFill>
              </a:rPr>
              <a:t>(String hostname, </a:t>
            </a:r>
            <a:r>
              <a:rPr lang="en-IE" sz="2400" b="1" dirty="0" err="1">
                <a:solidFill>
                  <a:schemeClr val="tx2"/>
                </a:solidFill>
              </a:rPr>
              <a:t>int</a:t>
            </a:r>
            <a:r>
              <a:rPr lang="en-IE" sz="2400" b="1" dirty="0">
                <a:solidFill>
                  <a:schemeClr val="tx2"/>
                </a:solidFill>
              </a:rPr>
              <a:t> </a:t>
            </a:r>
            <a:r>
              <a:rPr lang="en-IE" sz="2400" dirty="0">
                <a:solidFill>
                  <a:schemeClr val="tx2"/>
                </a:solidFill>
              </a:rPr>
              <a:t>port)</a:t>
            </a:r>
          </a:p>
          <a:p>
            <a:r>
              <a:rPr lang="en-IE" sz="2400" dirty="0"/>
              <a:t>When the port argument is –1, this method checks whether DNS may be invoked to resolve the specified host. (If the port argument is greater than –1, this method checks whether a connection to the named host on the specified port is allowed.) The host argument may be either a hostname such as </a:t>
            </a:r>
            <a:r>
              <a:rPr lang="en-IE" sz="2400" i="1" dirty="0"/>
              <a:t>www.google.com</a:t>
            </a:r>
            <a:r>
              <a:rPr lang="en-IE" sz="2400" dirty="0"/>
              <a:t>, a dotted quad IP address such as </a:t>
            </a:r>
            <a:r>
              <a:rPr lang="en-IE" sz="2400" i="1" dirty="0"/>
              <a:t>208.201.239.37</a:t>
            </a:r>
            <a:r>
              <a:rPr lang="en-IE" sz="2400" dirty="0"/>
              <a:t>, or a hexadecimal IPv6 address such as </a:t>
            </a:r>
            <a:r>
              <a:rPr lang="en-IE" sz="2400" i="1" dirty="0"/>
              <a:t>FEDC::DC:0:7076:10</a:t>
            </a:r>
            <a:r>
              <a:rPr lang="en-IE" sz="2400" dirty="0"/>
              <a:t>.</a:t>
            </a:r>
          </a:p>
        </p:txBody>
      </p:sp>
    </p:spTree>
    <p:extLst>
      <p:ext uri="{BB962C8B-B14F-4D97-AF65-F5344CB8AC3E}">
        <p14:creationId xmlns:p14="http://schemas.microsoft.com/office/powerpoint/2010/main" val="159086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a:t>Getter Methods</a:t>
            </a:r>
          </a:p>
        </p:txBody>
      </p:sp>
      <p:sp>
        <p:nvSpPr>
          <p:cNvPr id="16387" name="Rectangle 3"/>
          <p:cNvSpPr>
            <a:spLocks noGrp="1" noChangeArrowheads="1"/>
          </p:cNvSpPr>
          <p:nvPr>
            <p:ph type="body" idx="1"/>
          </p:nvPr>
        </p:nvSpPr>
        <p:spPr>
          <a:xfrm>
            <a:off x="76200" y="914400"/>
            <a:ext cx="8991600" cy="5943600"/>
          </a:xfrm>
        </p:spPr>
        <p:txBody>
          <a:bodyPr>
            <a:normAutofit/>
          </a:bodyPr>
          <a:lstStyle/>
          <a:p>
            <a:r>
              <a:rPr lang="en-IE" sz="2400" dirty="0">
                <a:solidFill>
                  <a:srgbClr val="000000"/>
                </a:solidFill>
                <a:latin typeface="MinionPro-Regular"/>
              </a:rPr>
              <a:t>The </a:t>
            </a:r>
            <a:r>
              <a:rPr lang="en-IE" sz="2400" dirty="0" err="1">
                <a:solidFill>
                  <a:srgbClr val="000000"/>
                </a:solidFill>
                <a:latin typeface="UbuntuMono-Regular"/>
              </a:rPr>
              <a:t>InetAddress</a:t>
            </a:r>
            <a:r>
              <a:rPr lang="en-IE" sz="2400" dirty="0">
                <a:solidFill>
                  <a:srgbClr val="000000"/>
                </a:solidFill>
                <a:latin typeface="UbuntuMono-Regular"/>
              </a:rPr>
              <a:t> </a:t>
            </a:r>
            <a:r>
              <a:rPr lang="en-IE" sz="2400" dirty="0">
                <a:solidFill>
                  <a:srgbClr val="000000"/>
                </a:solidFill>
                <a:latin typeface="MinionPro-Regular"/>
              </a:rPr>
              <a:t>class contains four getter methods that return the hostname as a string and the IP address as both a string and a byte array:</a:t>
            </a:r>
          </a:p>
          <a:p>
            <a:r>
              <a:rPr lang="en-IE" sz="1800" b="1" dirty="0">
                <a:solidFill>
                  <a:srgbClr val="00669A"/>
                </a:solidFill>
                <a:latin typeface="UbuntuMono-Bold"/>
              </a:rPr>
              <a:t>public </a:t>
            </a:r>
            <a:r>
              <a:rPr lang="en-IE" sz="1800" dirty="0">
                <a:solidFill>
                  <a:srgbClr val="000089"/>
                </a:solidFill>
                <a:latin typeface="UbuntuMono-Regular"/>
              </a:rPr>
              <a:t>String </a:t>
            </a:r>
            <a:r>
              <a:rPr lang="en-IE" sz="1800" dirty="0" err="1">
                <a:solidFill>
                  <a:srgbClr val="CD00FF"/>
                </a:solidFill>
                <a:latin typeface="UbuntuMono-Regular"/>
              </a:rPr>
              <a:t>getHostName</a:t>
            </a:r>
            <a:r>
              <a:rPr lang="en-IE" sz="1800" dirty="0">
                <a:solidFill>
                  <a:srgbClr val="555555"/>
                </a:solidFill>
                <a:latin typeface="UbuntuMono-Regular"/>
              </a:rPr>
              <a:t>()</a:t>
            </a:r>
          </a:p>
          <a:p>
            <a:r>
              <a:rPr lang="en-IE" sz="1800" b="1" dirty="0">
                <a:solidFill>
                  <a:srgbClr val="00669A"/>
                </a:solidFill>
                <a:latin typeface="UbuntuMono-Bold"/>
              </a:rPr>
              <a:t>public </a:t>
            </a:r>
            <a:r>
              <a:rPr lang="en-IE" sz="1800" dirty="0">
                <a:solidFill>
                  <a:srgbClr val="000089"/>
                </a:solidFill>
                <a:latin typeface="UbuntuMono-Regular"/>
              </a:rPr>
              <a:t>String </a:t>
            </a:r>
            <a:r>
              <a:rPr lang="en-IE" sz="1800" dirty="0" err="1">
                <a:solidFill>
                  <a:srgbClr val="CD00FF"/>
                </a:solidFill>
                <a:latin typeface="UbuntuMono-Regular"/>
              </a:rPr>
              <a:t>getCanonicalHostName</a:t>
            </a:r>
            <a:r>
              <a:rPr lang="en-IE" sz="1800" dirty="0">
                <a:solidFill>
                  <a:srgbClr val="555555"/>
                </a:solidFill>
                <a:latin typeface="UbuntuMono-Regular"/>
              </a:rPr>
              <a:t>()</a:t>
            </a:r>
          </a:p>
          <a:p>
            <a:r>
              <a:rPr lang="en-IE" sz="1800" b="1" dirty="0">
                <a:solidFill>
                  <a:srgbClr val="00669A"/>
                </a:solidFill>
                <a:latin typeface="UbuntuMono-Bold"/>
              </a:rPr>
              <a:t>public </a:t>
            </a:r>
            <a:r>
              <a:rPr lang="en-IE" sz="1800" b="1" dirty="0">
                <a:solidFill>
                  <a:srgbClr val="007789"/>
                </a:solidFill>
                <a:latin typeface="UbuntuMono-Bold"/>
              </a:rPr>
              <a:t>byte</a:t>
            </a:r>
            <a:r>
              <a:rPr lang="en-IE" sz="1800" dirty="0">
                <a:solidFill>
                  <a:srgbClr val="555555"/>
                </a:solidFill>
                <a:latin typeface="UbuntuMono-Regular"/>
              </a:rPr>
              <a:t>[] </a:t>
            </a:r>
            <a:r>
              <a:rPr lang="en-IE" sz="1800" dirty="0" err="1">
                <a:solidFill>
                  <a:srgbClr val="CD00FF"/>
                </a:solidFill>
                <a:latin typeface="UbuntuMono-Regular"/>
              </a:rPr>
              <a:t>getAddress</a:t>
            </a:r>
            <a:r>
              <a:rPr lang="en-IE" sz="1800" dirty="0">
                <a:solidFill>
                  <a:srgbClr val="555555"/>
                </a:solidFill>
                <a:latin typeface="UbuntuMono-Regular"/>
              </a:rPr>
              <a:t>()</a:t>
            </a:r>
          </a:p>
          <a:p>
            <a:r>
              <a:rPr lang="en-IE" sz="1800" b="1" dirty="0">
                <a:solidFill>
                  <a:srgbClr val="00669A"/>
                </a:solidFill>
                <a:latin typeface="UbuntuMono-Bold"/>
              </a:rPr>
              <a:t>public </a:t>
            </a:r>
            <a:r>
              <a:rPr lang="en-IE" sz="1800" dirty="0">
                <a:solidFill>
                  <a:srgbClr val="000089"/>
                </a:solidFill>
                <a:latin typeface="UbuntuMono-Regular"/>
              </a:rPr>
              <a:t>String </a:t>
            </a:r>
            <a:r>
              <a:rPr lang="en-IE" sz="1800" dirty="0" err="1">
                <a:solidFill>
                  <a:srgbClr val="CD00FF"/>
                </a:solidFill>
                <a:latin typeface="UbuntuMono-Regular"/>
              </a:rPr>
              <a:t>getHostAddress</a:t>
            </a:r>
            <a:r>
              <a:rPr lang="en-IE" sz="1800" dirty="0">
                <a:solidFill>
                  <a:srgbClr val="555555"/>
                </a:solidFill>
                <a:latin typeface="UbuntuMono-Regular"/>
              </a:rPr>
              <a:t>()</a:t>
            </a:r>
          </a:p>
          <a:p>
            <a:r>
              <a:rPr lang="en-IE" sz="2400" dirty="0">
                <a:solidFill>
                  <a:srgbClr val="000000"/>
                </a:solidFill>
                <a:latin typeface="MinionPro-Regular"/>
              </a:rPr>
              <a:t>There are no corresponding </a:t>
            </a:r>
            <a:r>
              <a:rPr lang="en-IE" sz="2400" dirty="0" err="1">
                <a:solidFill>
                  <a:schemeClr val="tx2"/>
                </a:solidFill>
                <a:latin typeface="UbuntuMono-Regular"/>
              </a:rPr>
              <a:t>setHostName</a:t>
            </a:r>
            <a:r>
              <a:rPr lang="en-IE" sz="2400" dirty="0">
                <a:solidFill>
                  <a:srgbClr val="000000"/>
                </a:solidFill>
                <a:latin typeface="UbuntuMono-Regular"/>
              </a:rPr>
              <a:t>() </a:t>
            </a:r>
            <a:r>
              <a:rPr lang="en-IE" sz="2400" dirty="0">
                <a:solidFill>
                  <a:srgbClr val="000000"/>
                </a:solidFill>
                <a:latin typeface="MinionPro-Regular"/>
              </a:rPr>
              <a:t>and </a:t>
            </a:r>
            <a:r>
              <a:rPr lang="en-IE" sz="2400" dirty="0" err="1">
                <a:solidFill>
                  <a:schemeClr val="tx2"/>
                </a:solidFill>
                <a:latin typeface="UbuntuMono-Regular"/>
              </a:rPr>
              <a:t>setAddress</a:t>
            </a:r>
            <a:r>
              <a:rPr lang="en-IE" sz="2400" dirty="0">
                <a:solidFill>
                  <a:srgbClr val="000000"/>
                </a:solidFill>
                <a:latin typeface="UbuntuMono-Regular"/>
              </a:rPr>
              <a:t>() </a:t>
            </a:r>
            <a:r>
              <a:rPr lang="en-IE" sz="2400" dirty="0">
                <a:solidFill>
                  <a:srgbClr val="000000"/>
                </a:solidFill>
                <a:latin typeface="MinionPro-Regular"/>
              </a:rPr>
              <a:t>methods, which means that packages outside of </a:t>
            </a:r>
            <a:r>
              <a:rPr lang="en-IE" sz="2400" dirty="0">
                <a:solidFill>
                  <a:srgbClr val="000000"/>
                </a:solidFill>
                <a:latin typeface="UbuntuMono-Regular"/>
              </a:rPr>
              <a:t>java.net </a:t>
            </a:r>
            <a:r>
              <a:rPr lang="en-IE" sz="2400" dirty="0">
                <a:solidFill>
                  <a:srgbClr val="000000"/>
                </a:solidFill>
                <a:latin typeface="MinionPro-Regular"/>
              </a:rPr>
              <a:t>can’t change an </a:t>
            </a:r>
            <a:r>
              <a:rPr lang="en-IE" sz="2400" dirty="0" err="1">
                <a:solidFill>
                  <a:schemeClr val="tx2"/>
                </a:solidFill>
                <a:latin typeface="UbuntuMono-Regular"/>
              </a:rPr>
              <a:t>InetAddress</a:t>
            </a:r>
            <a:r>
              <a:rPr lang="en-IE" sz="2400" dirty="0">
                <a:solidFill>
                  <a:schemeClr val="tx2"/>
                </a:solidFill>
                <a:latin typeface="UbuntuMono-Regular"/>
              </a:rPr>
              <a:t> </a:t>
            </a:r>
            <a:r>
              <a:rPr lang="en-IE" sz="2400" dirty="0">
                <a:solidFill>
                  <a:srgbClr val="000000"/>
                </a:solidFill>
                <a:latin typeface="MinionPro-Regular"/>
              </a:rPr>
              <a:t>object’s fields behind its back. </a:t>
            </a:r>
          </a:p>
          <a:p>
            <a:r>
              <a:rPr lang="en-IE" sz="2400" dirty="0">
                <a:solidFill>
                  <a:srgbClr val="000000"/>
                </a:solidFill>
                <a:latin typeface="MinionPro-Regular"/>
              </a:rPr>
              <a:t>This makes </a:t>
            </a:r>
            <a:r>
              <a:rPr lang="en-IE" sz="2400" dirty="0" err="1">
                <a:solidFill>
                  <a:schemeClr val="tx2"/>
                </a:solidFill>
                <a:latin typeface="UbuntuMono-Regular"/>
              </a:rPr>
              <a:t>InetAddress</a:t>
            </a:r>
            <a:r>
              <a:rPr lang="en-IE" sz="2400" dirty="0">
                <a:solidFill>
                  <a:schemeClr val="tx2"/>
                </a:solidFill>
                <a:latin typeface="UbuntuMono-Regular"/>
              </a:rPr>
              <a:t> </a:t>
            </a:r>
            <a:r>
              <a:rPr lang="en-IE" sz="2400" dirty="0">
                <a:solidFill>
                  <a:srgbClr val="000000"/>
                </a:solidFill>
                <a:latin typeface="MinionPro-Regular"/>
              </a:rPr>
              <a:t>immutable and thus thread safe.</a:t>
            </a:r>
            <a:endParaRPr lang="en-IE" sz="2400" dirty="0"/>
          </a:p>
        </p:txBody>
      </p:sp>
    </p:spTree>
    <p:extLst>
      <p:ext uri="{BB962C8B-B14F-4D97-AF65-F5344CB8AC3E}">
        <p14:creationId xmlns:p14="http://schemas.microsoft.com/office/powerpoint/2010/main" val="15342743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lstStyle/>
          <a:p>
            <a:r>
              <a:rPr lang="en-US" altLang="en-US" dirty="0"/>
              <a:t>Getter Methods</a:t>
            </a:r>
          </a:p>
        </p:txBody>
      </p:sp>
      <p:sp>
        <p:nvSpPr>
          <p:cNvPr id="16387" name="Rectangle 3"/>
          <p:cNvSpPr>
            <a:spLocks noGrp="1" noChangeArrowheads="1"/>
          </p:cNvSpPr>
          <p:nvPr>
            <p:ph type="body" idx="1"/>
          </p:nvPr>
        </p:nvSpPr>
        <p:spPr>
          <a:xfrm>
            <a:off x="76200" y="914400"/>
            <a:ext cx="8991600" cy="5943600"/>
          </a:xfrm>
        </p:spPr>
        <p:txBody>
          <a:bodyPr>
            <a:normAutofit fontScale="92500"/>
          </a:bodyPr>
          <a:lstStyle/>
          <a:p>
            <a:r>
              <a:rPr lang="en-IE" sz="2400" dirty="0"/>
              <a:t>The </a:t>
            </a:r>
            <a:r>
              <a:rPr lang="en-IE" sz="2400" dirty="0" err="1">
                <a:solidFill>
                  <a:schemeClr val="tx2"/>
                </a:solidFill>
              </a:rPr>
              <a:t>getHostName</a:t>
            </a:r>
            <a:r>
              <a:rPr lang="en-IE" sz="2400" dirty="0"/>
              <a:t>() method returns a String that contains the name of the host with the IP address represented by this </a:t>
            </a:r>
            <a:r>
              <a:rPr lang="en-IE" sz="2400" dirty="0" err="1">
                <a:solidFill>
                  <a:schemeClr val="tx2"/>
                </a:solidFill>
              </a:rPr>
              <a:t>InetAddress</a:t>
            </a:r>
            <a:r>
              <a:rPr lang="en-IE" sz="2400" dirty="0">
                <a:solidFill>
                  <a:schemeClr val="tx2"/>
                </a:solidFill>
              </a:rPr>
              <a:t> </a:t>
            </a:r>
            <a:r>
              <a:rPr lang="en-IE" sz="2400" dirty="0"/>
              <a:t>object. </a:t>
            </a:r>
          </a:p>
          <a:p>
            <a:r>
              <a:rPr lang="en-IE" sz="2400" dirty="0"/>
              <a:t>If the machine in question doesn’t have a hostname or if the security manager prevents the name from being determined, a dotted quad format of the numeric IP address is returned. For example:</a:t>
            </a:r>
          </a:p>
          <a:p>
            <a:r>
              <a:rPr lang="en-IE" sz="2400" dirty="0" err="1">
                <a:solidFill>
                  <a:schemeClr val="tx2"/>
                </a:solidFill>
              </a:rPr>
              <a:t>InetAddress</a:t>
            </a:r>
            <a:r>
              <a:rPr lang="en-IE" sz="2400" dirty="0">
                <a:solidFill>
                  <a:schemeClr val="tx2"/>
                </a:solidFill>
              </a:rPr>
              <a:t> machine = </a:t>
            </a:r>
            <a:r>
              <a:rPr lang="en-IE" sz="2400" dirty="0" err="1">
                <a:solidFill>
                  <a:schemeClr val="tx2"/>
                </a:solidFill>
              </a:rPr>
              <a:t>InetAddress.getLocalHost</a:t>
            </a:r>
            <a:r>
              <a:rPr lang="en-IE" sz="2400" dirty="0">
                <a:solidFill>
                  <a:schemeClr val="tx2"/>
                </a:solidFill>
              </a:rPr>
              <a:t>();</a:t>
            </a:r>
          </a:p>
          <a:p>
            <a:r>
              <a:rPr lang="en-IE" sz="2400" dirty="0">
                <a:solidFill>
                  <a:schemeClr val="tx2"/>
                </a:solidFill>
              </a:rPr>
              <a:t>String localhost = </a:t>
            </a:r>
            <a:r>
              <a:rPr lang="en-IE" sz="2400" dirty="0" err="1">
                <a:solidFill>
                  <a:schemeClr val="tx2"/>
                </a:solidFill>
              </a:rPr>
              <a:t>machine.getHostName</a:t>
            </a:r>
            <a:r>
              <a:rPr lang="en-IE" sz="2400" dirty="0">
                <a:solidFill>
                  <a:schemeClr val="tx2"/>
                </a:solidFill>
              </a:rPr>
              <a:t>();</a:t>
            </a:r>
          </a:p>
          <a:p>
            <a:r>
              <a:rPr lang="en-IE" sz="2400" dirty="0"/>
              <a:t>The </a:t>
            </a:r>
            <a:r>
              <a:rPr lang="en-IE" sz="2400" dirty="0" err="1">
                <a:solidFill>
                  <a:schemeClr val="tx2"/>
                </a:solidFill>
              </a:rPr>
              <a:t>getCanonicalHostName</a:t>
            </a:r>
            <a:r>
              <a:rPr lang="en-IE" sz="2400" dirty="0"/>
              <a:t>() method is similar, but it’s a bit more aggressive about contacting DNS. </a:t>
            </a:r>
            <a:r>
              <a:rPr lang="en-IE" sz="2400" dirty="0" err="1">
                <a:solidFill>
                  <a:schemeClr val="tx2"/>
                </a:solidFill>
              </a:rPr>
              <a:t>getHostName</a:t>
            </a:r>
            <a:r>
              <a:rPr lang="en-IE" sz="2400" dirty="0"/>
              <a:t>() will only call DNS if it doesn’t think it already knows the hostname. </a:t>
            </a:r>
            <a:r>
              <a:rPr lang="en-IE" sz="2400" dirty="0" err="1">
                <a:solidFill>
                  <a:schemeClr val="tx2"/>
                </a:solidFill>
              </a:rPr>
              <a:t>getCanonicalHostName</a:t>
            </a:r>
            <a:r>
              <a:rPr lang="en-IE" sz="2400" dirty="0"/>
              <a:t>() calls DNS if it can, and may replace the existing cached hostname. </a:t>
            </a:r>
          </a:p>
          <a:p>
            <a:r>
              <a:rPr lang="en-IE" sz="2400" dirty="0"/>
              <a:t>For example:</a:t>
            </a:r>
          </a:p>
          <a:p>
            <a:r>
              <a:rPr lang="en-IE" sz="2400" dirty="0" err="1">
                <a:solidFill>
                  <a:schemeClr val="tx2"/>
                </a:solidFill>
              </a:rPr>
              <a:t>InetAddress</a:t>
            </a:r>
            <a:r>
              <a:rPr lang="en-IE" sz="2400" dirty="0">
                <a:solidFill>
                  <a:schemeClr val="tx2"/>
                </a:solidFill>
              </a:rPr>
              <a:t> machine = </a:t>
            </a:r>
            <a:r>
              <a:rPr lang="en-IE" sz="2400" dirty="0" err="1">
                <a:solidFill>
                  <a:schemeClr val="tx2"/>
                </a:solidFill>
              </a:rPr>
              <a:t>InetAddress.getLocalHost</a:t>
            </a:r>
            <a:r>
              <a:rPr lang="en-IE" sz="2400" dirty="0">
                <a:solidFill>
                  <a:schemeClr val="tx2"/>
                </a:solidFill>
              </a:rPr>
              <a:t>();</a:t>
            </a:r>
          </a:p>
          <a:p>
            <a:r>
              <a:rPr lang="en-IE" sz="2400" dirty="0">
                <a:solidFill>
                  <a:schemeClr val="tx2"/>
                </a:solidFill>
              </a:rPr>
              <a:t>String localhost = </a:t>
            </a:r>
            <a:r>
              <a:rPr lang="en-IE" sz="2400" dirty="0" err="1">
                <a:solidFill>
                  <a:schemeClr val="tx2"/>
                </a:solidFill>
              </a:rPr>
              <a:t>machine.getCanonicalHostName</a:t>
            </a:r>
            <a:r>
              <a:rPr lang="en-IE" sz="2400" dirty="0">
                <a:solidFill>
                  <a:schemeClr val="tx2"/>
                </a:solidFill>
              </a:rPr>
              <a:t>();</a:t>
            </a:r>
          </a:p>
        </p:txBody>
      </p:sp>
    </p:spTree>
    <p:extLst>
      <p:ext uri="{BB962C8B-B14F-4D97-AF65-F5344CB8AC3E}">
        <p14:creationId xmlns:p14="http://schemas.microsoft.com/office/powerpoint/2010/main" val="1099570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normAutofit fontScale="90000"/>
          </a:bodyPr>
          <a:lstStyle/>
          <a:p>
            <a:r>
              <a:rPr lang="en-US" altLang="en-US" dirty="0"/>
              <a:t>Example: IP address of local machine</a:t>
            </a:r>
          </a:p>
        </p:txBody>
      </p:sp>
      <p:sp>
        <p:nvSpPr>
          <p:cNvPr id="16387" name="Rectangle 3"/>
          <p:cNvSpPr>
            <a:spLocks noGrp="1" noChangeArrowheads="1"/>
          </p:cNvSpPr>
          <p:nvPr>
            <p:ph type="body" idx="1"/>
          </p:nvPr>
        </p:nvSpPr>
        <p:spPr>
          <a:xfrm>
            <a:off x="76200" y="914400"/>
            <a:ext cx="8991600" cy="5943600"/>
          </a:xfrm>
        </p:spPr>
        <p:txBody>
          <a:bodyPr>
            <a:normAutofit/>
          </a:bodyPr>
          <a:lstStyle/>
          <a:p>
            <a:pPr marL="0" indent="0">
              <a:buNone/>
            </a:pPr>
            <a:r>
              <a:rPr lang="en-IE" sz="2400" b="1" dirty="0">
                <a:solidFill>
                  <a:srgbClr val="00669A"/>
                </a:solidFill>
                <a:latin typeface="UbuntuMono-Bold"/>
              </a:rPr>
              <a:t>import </a:t>
            </a:r>
            <a:r>
              <a:rPr lang="en-IE" sz="2400" b="1" dirty="0">
                <a:solidFill>
                  <a:srgbClr val="00CDFF"/>
                </a:solidFill>
                <a:latin typeface="UbuntuMono-Bold"/>
              </a:rPr>
              <a:t>java.net.*</a:t>
            </a:r>
            <a:r>
              <a:rPr lang="en-IE" sz="2400" dirty="0">
                <a:solidFill>
                  <a:srgbClr val="555555"/>
                </a:solidFill>
                <a:latin typeface="UbuntuMono-Regular"/>
              </a:rPr>
              <a:t>;</a:t>
            </a:r>
          </a:p>
          <a:p>
            <a:pPr marL="0" indent="0">
              <a:buNone/>
            </a:pPr>
            <a:r>
              <a:rPr lang="en-IE" sz="2400" b="1" dirty="0">
                <a:solidFill>
                  <a:srgbClr val="00669A"/>
                </a:solidFill>
                <a:latin typeface="UbuntuMono-Bold"/>
              </a:rPr>
              <a:t>public class </a:t>
            </a:r>
            <a:r>
              <a:rPr lang="en-IE" sz="2400" b="1" dirty="0" err="1">
                <a:solidFill>
                  <a:srgbClr val="00AB89"/>
                </a:solidFill>
                <a:latin typeface="UbuntuMono-Bold"/>
              </a:rPr>
              <a:t>MyAddress</a:t>
            </a:r>
            <a:r>
              <a:rPr lang="en-IE" sz="2400" b="1" dirty="0">
                <a:solidFill>
                  <a:srgbClr val="00AB89"/>
                </a:solidFill>
                <a:latin typeface="UbuntuMono-Bold"/>
              </a:rPr>
              <a:t> </a:t>
            </a:r>
            <a:r>
              <a:rPr lang="en-IE" sz="2400" dirty="0">
                <a:solidFill>
                  <a:srgbClr val="555555"/>
                </a:solidFill>
                <a:latin typeface="UbuntuMono-Regular"/>
              </a:rPr>
              <a:t>{</a:t>
            </a:r>
          </a:p>
          <a:p>
            <a:pPr marL="0" indent="0">
              <a:buNone/>
            </a:pPr>
            <a:r>
              <a:rPr lang="en-IE" sz="2400" b="1" dirty="0">
                <a:solidFill>
                  <a:srgbClr val="00669A"/>
                </a:solidFill>
                <a:latin typeface="UbuntuMono-Bold"/>
              </a:rPr>
              <a:t>public static </a:t>
            </a:r>
            <a:r>
              <a:rPr lang="en-IE" sz="2400" b="1" dirty="0">
                <a:solidFill>
                  <a:srgbClr val="007789"/>
                </a:solidFill>
                <a:latin typeface="UbuntuMono-Bold"/>
              </a:rPr>
              <a:t>void </a:t>
            </a:r>
            <a:r>
              <a:rPr lang="en-IE" sz="2400" dirty="0">
                <a:solidFill>
                  <a:srgbClr val="CD00FF"/>
                </a:solidFill>
                <a:latin typeface="UbuntuMono-Regular"/>
              </a:rPr>
              <a:t>main</a:t>
            </a:r>
            <a:r>
              <a:rPr lang="en-IE" sz="2400" dirty="0">
                <a:solidFill>
                  <a:srgbClr val="555555"/>
                </a:solidFill>
                <a:latin typeface="UbuntuMono-Regular"/>
              </a:rPr>
              <a:t>(</a:t>
            </a:r>
            <a:r>
              <a:rPr lang="en-IE" sz="2400" dirty="0">
                <a:solidFill>
                  <a:srgbClr val="000089"/>
                </a:solidFill>
                <a:latin typeface="UbuntuMono-Regular"/>
              </a:rPr>
              <a:t>String</a:t>
            </a:r>
            <a:r>
              <a:rPr lang="en-IE" sz="2400" dirty="0">
                <a:solidFill>
                  <a:srgbClr val="555555"/>
                </a:solidFill>
                <a:latin typeface="UbuntuMono-Regular"/>
              </a:rPr>
              <a:t>[] </a:t>
            </a:r>
            <a:r>
              <a:rPr lang="en-IE" sz="2400" dirty="0" err="1">
                <a:solidFill>
                  <a:srgbClr val="000089"/>
                </a:solidFill>
                <a:latin typeface="UbuntuMono-Regular"/>
              </a:rPr>
              <a:t>args</a:t>
            </a:r>
            <a:r>
              <a:rPr lang="en-IE" sz="2400" dirty="0">
                <a:solidFill>
                  <a:srgbClr val="555555"/>
                </a:solidFill>
                <a:latin typeface="UbuntuMono-Regular"/>
              </a:rPr>
              <a:t>) {</a:t>
            </a:r>
          </a:p>
          <a:p>
            <a:pPr marL="0" indent="0">
              <a:buNone/>
            </a:pPr>
            <a:r>
              <a:rPr lang="en-IE" sz="2400" b="1" dirty="0">
                <a:solidFill>
                  <a:srgbClr val="00669A"/>
                </a:solidFill>
                <a:latin typeface="UbuntuMono-Bold"/>
              </a:rPr>
              <a:t>try </a:t>
            </a:r>
            <a:r>
              <a:rPr lang="en-IE" sz="2400" dirty="0">
                <a:solidFill>
                  <a:srgbClr val="555555"/>
                </a:solidFill>
                <a:latin typeface="UbuntuMono-Regular"/>
              </a:rPr>
              <a:t>{</a:t>
            </a:r>
          </a:p>
          <a:p>
            <a:pPr marL="0" indent="0">
              <a:buNone/>
            </a:pPr>
            <a:r>
              <a:rPr lang="en-IE" sz="2400" dirty="0" err="1">
                <a:solidFill>
                  <a:srgbClr val="000089"/>
                </a:solidFill>
                <a:latin typeface="UbuntuMono-Regular"/>
              </a:rPr>
              <a:t>InetAddress</a:t>
            </a:r>
            <a:r>
              <a:rPr lang="en-IE" sz="2400" dirty="0">
                <a:solidFill>
                  <a:srgbClr val="000089"/>
                </a:solidFill>
                <a:latin typeface="UbuntuMono-Regular"/>
              </a:rPr>
              <a:t> me </a:t>
            </a:r>
            <a:r>
              <a:rPr lang="en-IE" sz="2400" dirty="0">
                <a:solidFill>
                  <a:srgbClr val="555555"/>
                </a:solidFill>
                <a:latin typeface="UbuntuMono-Regular"/>
              </a:rPr>
              <a:t>= </a:t>
            </a:r>
            <a:r>
              <a:rPr lang="en-IE" sz="2400" dirty="0" err="1">
                <a:solidFill>
                  <a:srgbClr val="000089"/>
                </a:solidFill>
                <a:latin typeface="UbuntuMono-Regular"/>
              </a:rPr>
              <a:t>InetAddress</a:t>
            </a:r>
            <a:r>
              <a:rPr lang="en-IE" sz="2400" dirty="0" err="1">
                <a:solidFill>
                  <a:srgbClr val="555555"/>
                </a:solidFill>
                <a:latin typeface="UbuntuMono-Regular"/>
              </a:rPr>
              <a:t>.</a:t>
            </a:r>
            <a:r>
              <a:rPr lang="en-IE" sz="2400" dirty="0" err="1">
                <a:solidFill>
                  <a:srgbClr val="33009A"/>
                </a:solidFill>
                <a:latin typeface="UbuntuMono-Regular"/>
              </a:rPr>
              <a:t>getLocalHost</a:t>
            </a:r>
            <a:r>
              <a:rPr lang="en-IE" sz="2400" dirty="0">
                <a:solidFill>
                  <a:srgbClr val="555555"/>
                </a:solidFill>
                <a:latin typeface="UbuntuMono-Regular"/>
              </a:rPr>
              <a:t>();</a:t>
            </a:r>
          </a:p>
          <a:p>
            <a:pPr marL="0" indent="0">
              <a:buNone/>
            </a:pPr>
            <a:r>
              <a:rPr lang="en-IE" sz="2400" dirty="0">
                <a:solidFill>
                  <a:srgbClr val="000089"/>
                </a:solidFill>
                <a:latin typeface="UbuntuMono-Regular"/>
              </a:rPr>
              <a:t>String </a:t>
            </a:r>
            <a:r>
              <a:rPr lang="en-IE" sz="2400" dirty="0" err="1">
                <a:solidFill>
                  <a:srgbClr val="000089"/>
                </a:solidFill>
                <a:latin typeface="UbuntuMono-Regular"/>
              </a:rPr>
              <a:t>dottedQuad</a:t>
            </a:r>
            <a:r>
              <a:rPr lang="en-IE" sz="2400" dirty="0">
                <a:solidFill>
                  <a:srgbClr val="000089"/>
                </a:solidFill>
                <a:latin typeface="UbuntuMono-Regular"/>
              </a:rPr>
              <a:t> </a:t>
            </a:r>
            <a:r>
              <a:rPr lang="en-IE" sz="2400" dirty="0">
                <a:solidFill>
                  <a:srgbClr val="555555"/>
                </a:solidFill>
                <a:latin typeface="UbuntuMono-Regular"/>
              </a:rPr>
              <a:t>= </a:t>
            </a:r>
            <a:r>
              <a:rPr lang="en-IE" sz="2400" dirty="0" err="1">
                <a:solidFill>
                  <a:srgbClr val="000089"/>
                </a:solidFill>
                <a:latin typeface="UbuntuMono-Regular"/>
              </a:rPr>
              <a:t>me</a:t>
            </a:r>
            <a:r>
              <a:rPr lang="en-IE" sz="2400" dirty="0" err="1">
                <a:solidFill>
                  <a:srgbClr val="555555"/>
                </a:solidFill>
                <a:latin typeface="UbuntuMono-Regular"/>
              </a:rPr>
              <a:t>.</a:t>
            </a:r>
            <a:r>
              <a:rPr lang="en-IE" sz="2400" dirty="0" err="1">
                <a:solidFill>
                  <a:srgbClr val="33009A"/>
                </a:solidFill>
                <a:latin typeface="UbuntuMono-Regular"/>
              </a:rPr>
              <a:t>getHostAddress</a:t>
            </a:r>
            <a:r>
              <a:rPr lang="en-IE" sz="2400" dirty="0">
                <a:solidFill>
                  <a:srgbClr val="555555"/>
                </a:solidFill>
                <a:latin typeface="UbuntuMono-Regular"/>
              </a:rPr>
              <a:t>();</a:t>
            </a:r>
          </a:p>
          <a:p>
            <a:pPr marL="0" indent="0">
              <a:buNone/>
            </a:pPr>
            <a:r>
              <a:rPr lang="en-IE" sz="2400" dirty="0" err="1">
                <a:solidFill>
                  <a:srgbClr val="000089"/>
                </a:solidFill>
                <a:latin typeface="UbuntuMono-Regular"/>
              </a:rPr>
              <a:t>System</a:t>
            </a:r>
            <a:r>
              <a:rPr lang="en-IE" sz="2400" dirty="0" err="1">
                <a:solidFill>
                  <a:srgbClr val="555555"/>
                </a:solidFill>
                <a:latin typeface="UbuntuMono-Regular"/>
              </a:rPr>
              <a:t>.</a:t>
            </a:r>
            <a:r>
              <a:rPr lang="en-IE" sz="2400" dirty="0" err="1">
                <a:solidFill>
                  <a:srgbClr val="33009A"/>
                </a:solidFill>
                <a:latin typeface="UbuntuMono-Regular"/>
              </a:rPr>
              <a:t>out</a:t>
            </a:r>
            <a:r>
              <a:rPr lang="en-IE" sz="2400" dirty="0" err="1">
                <a:solidFill>
                  <a:srgbClr val="555555"/>
                </a:solidFill>
                <a:latin typeface="UbuntuMono-Regular"/>
              </a:rPr>
              <a:t>.</a:t>
            </a:r>
            <a:r>
              <a:rPr lang="en-IE" sz="2400" dirty="0" err="1">
                <a:solidFill>
                  <a:srgbClr val="33009A"/>
                </a:solidFill>
                <a:latin typeface="UbuntuMono-Regular"/>
              </a:rPr>
              <a:t>println</a:t>
            </a:r>
            <a:r>
              <a:rPr lang="en-IE" sz="2400" dirty="0">
                <a:solidFill>
                  <a:srgbClr val="555555"/>
                </a:solidFill>
                <a:latin typeface="UbuntuMono-Regular"/>
              </a:rPr>
              <a:t>(</a:t>
            </a:r>
            <a:r>
              <a:rPr lang="en-IE" sz="2400" dirty="0">
                <a:solidFill>
                  <a:srgbClr val="CD3300"/>
                </a:solidFill>
                <a:latin typeface="UbuntuMono-Regular"/>
              </a:rPr>
              <a:t>"My address is " </a:t>
            </a:r>
            <a:r>
              <a:rPr lang="en-IE" sz="2400" dirty="0">
                <a:solidFill>
                  <a:srgbClr val="555555"/>
                </a:solidFill>
                <a:latin typeface="UbuntuMono-Regular"/>
              </a:rPr>
              <a:t>+ </a:t>
            </a:r>
            <a:r>
              <a:rPr lang="en-IE" sz="2400" dirty="0" err="1">
                <a:solidFill>
                  <a:srgbClr val="000089"/>
                </a:solidFill>
                <a:latin typeface="UbuntuMono-Regular"/>
              </a:rPr>
              <a:t>dottedQuad</a:t>
            </a:r>
            <a:r>
              <a:rPr lang="en-IE" sz="2400" dirty="0">
                <a:solidFill>
                  <a:srgbClr val="555555"/>
                </a:solidFill>
                <a:latin typeface="UbuntuMono-Regular"/>
              </a:rPr>
              <a:t>);</a:t>
            </a:r>
          </a:p>
          <a:p>
            <a:pPr marL="0" indent="0">
              <a:buNone/>
            </a:pPr>
            <a:r>
              <a:rPr lang="en-IE" sz="2400" dirty="0">
                <a:solidFill>
                  <a:srgbClr val="555555"/>
                </a:solidFill>
                <a:latin typeface="UbuntuMono-Regular"/>
              </a:rPr>
              <a:t>} </a:t>
            </a:r>
            <a:r>
              <a:rPr lang="en-IE" sz="2400" b="1" dirty="0">
                <a:solidFill>
                  <a:srgbClr val="00669A"/>
                </a:solidFill>
                <a:latin typeface="UbuntuMono-Bold"/>
              </a:rPr>
              <a:t>catch </a:t>
            </a:r>
            <a:r>
              <a:rPr lang="en-IE" sz="2400" dirty="0">
                <a:solidFill>
                  <a:srgbClr val="555555"/>
                </a:solidFill>
                <a:latin typeface="UbuntuMono-Regular"/>
              </a:rPr>
              <a:t>(</a:t>
            </a:r>
            <a:r>
              <a:rPr lang="en-IE" sz="2400" dirty="0" err="1">
                <a:solidFill>
                  <a:srgbClr val="000089"/>
                </a:solidFill>
                <a:latin typeface="UbuntuMono-Regular"/>
              </a:rPr>
              <a:t>UnknownHostException</a:t>
            </a:r>
            <a:r>
              <a:rPr lang="en-IE" sz="2400" dirty="0">
                <a:solidFill>
                  <a:srgbClr val="000089"/>
                </a:solidFill>
                <a:latin typeface="UbuntuMono-Regular"/>
              </a:rPr>
              <a:t> ex</a:t>
            </a:r>
            <a:r>
              <a:rPr lang="en-IE" sz="2400" dirty="0">
                <a:solidFill>
                  <a:srgbClr val="555555"/>
                </a:solidFill>
                <a:latin typeface="UbuntuMono-Regular"/>
              </a:rPr>
              <a:t>) {</a:t>
            </a:r>
          </a:p>
          <a:p>
            <a:pPr marL="0" indent="0">
              <a:buNone/>
            </a:pPr>
            <a:r>
              <a:rPr lang="en-IE" sz="2400" dirty="0" err="1">
                <a:solidFill>
                  <a:srgbClr val="000089"/>
                </a:solidFill>
                <a:latin typeface="UbuntuMono-Regular"/>
              </a:rPr>
              <a:t>System</a:t>
            </a:r>
            <a:r>
              <a:rPr lang="en-IE" sz="2400" dirty="0" err="1">
                <a:solidFill>
                  <a:srgbClr val="555555"/>
                </a:solidFill>
                <a:latin typeface="UbuntuMono-Regular"/>
              </a:rPr>
              <a:t>.</a:t>
            </a:r>
            <a:r>
              <a:rPr lang="en-IE" sz="2400" dirty="0" err="1">
                <a:solidFill>
                  <a:srgbClr val="33009A"/>
                </a:solidFill>
                <a:latin typeface="UbuntuMono-Regular"/>
              </a:rPr>
              <a:t>out</a:t>
            </a:r>
            <a:r>
              <a:rPr lang="en-IE" sz="2400" dirty="0" err="1">
                <a:solidFill>
                  <a:srgbClr val="555555"/>
                </a:solidFill>
                <a:latin typeface="UbuntuMono-Regular"/>
              </a:rPr>
              <a:t>.</a:t>
            </a:r>
            <a:r>
              <a:rPr lang="en-IE" sz="2400" dirty="0" err="1">
                <a:solidFill>
                  <a:srgbClr val="33009A"/>
                </a:solidFill>
                <a:latin typeface="UbuntuMono-Regular"/>
              </a:rPr>
              <a:t>println</a:t>
            </a:r>
            <a:r>
              <a:rPr lang="en-IE" sz="2400" dirty="0">
                <a:solidFill>
                  <a:srgbClr val="555555"/>
                </a:solidFill>
                <a:latin typeface="UbuntuMono-Regular"/>
              </a:rPr>
              <a:t>(</a:t>
            </a:r>
            <a:r>
              <a:rPr lang="en-IE" sz="2400" dirty="0">
                <a:solidFill>
                  <a:srgbClr val="CD3300"/>
                </a:solidFill>
                <a:latin typeface="UbuntuMono-Regular"/>
              </a:rPr>
              <a:t>"I'm sorry. I don't know my own address."</a:t>
            </a:r>
            <a:r>
              <a:rPr lang="en-IE" sz="2400" dirty="0">
                <a:solidFill>
                  <a:srgbClr val="555555"/>
                </a:solidFill>
                <a:latin typeface="UbuntuMono-Regular"/>
              </a:rPr>
              <a:t>);</a:t>
            </a:r>
          </a:p>
          <a:p>
            <a:pPr marL="0" indent="0">
              <a:buNone/>
            </a:pPr>
            <a:r>
              <a:rPr lang="en-IE" sz="2400" dirty="0">
                <a:solidFill>
                  <a:srgbClr val="555555"/>
                </a:solidFill>
                <a:latin typeface="UbuntuMono-Regular"/>
              </a:rPr>
              <a:t>}</a:t>
            </a:r>
          </a:p>
          <a:p>
            <a:pPr marL="0" indent="0">
              <a:buNone/>
            </a:pPr>
            <a:r>
              <a:rPr lang="en-IE" sz="2400" dirty="0">
                <a:solidFill>
                  <a:srgbClr val="555555"/>
                </a:solidFill>
                <a:latin typeface="UbuntuMono-Regular"/>
              </a:rPr>
              <a:t>}</a:t>
            </a:r>
          </a:p>
          <a:p>
            <a:pPr marL="0" indent="0">
              <a:buNone/>
            </a:pPr>
            <a:r>
              <a:rPr lang="en-IE" sz="2400" dirty="0">
                <a:solidFill>
                  <a:srgbClr val="555555"/>
                </a:solidFill>
                <a:latin typeface="UbuntuMono-Regular"/>
              </a:rPr>
              <a:t>}</a:t>
            </a:r>
            <a:endParaRPr lang="en-IE" sz="2400" dirty="0"/>
          </a:p>
        </p:txBody>
      </p:sp>
    </p:spTree>
    <p:extLst>
      <p:ext uri="{BB962C8B-B14F-4D97-AF65-F5344CB8AC3E}">
        <p14:creationId xmlns:p14="http://schemas.microsoft.com/office/powerpoint/2010/main" val="630391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0"/>
            <a:ext cx="9144000" cy="868362"/>
          </a:xfrm>
        </p:spPr>
        <p:txBody>
          <a:bodyPr>
            <a:noAutofit/>
          </a:bodyPr>
          <a:lstStyle/>
          <a:p>
            <a:r>
              <a:rPr lang="en-IE" sz="2800" b="1" i="1" dirty="0"/>
              <a:t>Example 4-5. Determining whether an IP address is v4 or v6</a:t>
            </a:r>
            <a:endParaRPr lang="en-US" altLang="en-US" sz="2800" b="1" dirty="0"/>
          </a:p>
        </p:txBody>
      </p:sp>
      <p:sp>
        <p:nvSpPr>
          <p:cNvPr id="16387" name="Rectangle 3"/>
          <p:cNvSpPr>
            <a:spLocks noGrp="1" noChangeArrowheads="1"/>
          </p:cNvSpPr>
          <p:nvPr>
            <p:ph type="body" idx="1"/>
          </p:nvPr>
        </p:nvSpPr>
        <p:spPr>
          <a:xfrm>
            <a:off x="76200" y="914400"/>
            <a:ext cx="8991600" cy="5943600"/>
          </a:xfrm>
        </p:spPr>
        <p:txBody>
          <a:bodyPr>
            <a:normAutofit/>
          </a:bodyPr>
          <a:lstStyle/>
          <a:p>
            <a:pPr marL="0" indent="0">
              <a:buNone/>
            </a:pPr>
            <a:r>
              <a:rPr lang="en-IE" sz="2400" b="1" dirty="0">
                <a:solidFill>
                  <a:srgbClr val="00669A"/>
                </a:solidFill>
                <a:latin typeface="UbuntuMono-Bold"/>
              </a:rPr>
              <a:t>import </a:t>
            </a:r>
            <a:r>
              <a:rPr lang="en-IE" sz="2400" b="1" dirty="0">
                <a:solidFill>
                  <a:srgbClr val="00CDFF"/>
                </a:solidFill>
                <a:latin typeface="UbuntuMono-Bold"/>
              </a:rPr>
              <a:t>java.net.*</a:t>
            </a:r>
            <a:r>
              <a:rPr lang="en-IE" sz="2400" dirty="0">
                <a:solidFill>
                  <a:srgbClr val="555555"/>
                </a:solidFill>
                <a:latin typeface="UbuntuMono-Regular"/>
              </a:rPr>
              <a:t>;</a:t>
            </a:r>
          </a:p>
          <a:p>
            <a:pPr marL="0" indent="0">
              <a:buNone/>
            </a:pPr>
            <a:r>
              <a:rPr lang="en-IE" sz="2400" b="1" dirty="0">
                <a:solidFill>
                  <a:srgbClr val="00669A"/>
                </a:solidFill>
                <a:latin typeface="UbuntuMono-Bold"/>
              </a:rPr>
              <a:t>public class </a:t>
            </a:r>
            <a:r>
              <a:rPr lang="en-IE" sz="2400" b="1" dirty="0" err="1">
                <a:solidFill>
                  <a:srgbClr val="00AB89"/>
                </a:solidFill>
                <a:latin typeface="UbuntuMono-Bold"/>
              </a:rPr>
              <a:t>AddressTests</a:t>
            </a:r>
            <a:r>
              <a:rPr lang="en-IE" sz="2400" b="1" dirty="0">
                <a:solidFill>
                  <a:srgbClr val="00AB89"/>
                </a:solidFill>
                <a:latin typeface="UbuntuMono-Bold"/>
              </a:rPr>
              <a:t> </a:t>
            </a:r>
            <a:r>
              <a:rPr lang="en-IE" sz="2400" dirty="0">
                <a:solidFill>
                  <a:srgbClr val="555555"/>
                </a:solidFill>
                <a:latin typeface="UbuntuMono-Regular"/>
              </a:rPr>
              <a:t>{</a:t>
            </a:r>
          </a:p>
          <a:p>
            <a:pPr marL="0" indent="0">
              <a:buNone/>
            </a:pPr>
            <a:r>
              <a:rPr lang="en-IE" sz="2400" b="1" dirty="0">
                <a:solidFill>
                  <a:srgbClr val="00669A"/>
                </a:solidFill>
                <a:latin typeface="UbuntuMono-Bold"/>
              </a:rPr>
              <a:t>public static </a:t>
            </a:r>
            <a:r>
              <a:rPr lang="en-IE" sz="2400" b="1" dirty="0" err="1">
                <a:solidFill>
                  <a:srgbClr val="007789"/>
                </a:solidFill>
                <a:latin typeface="UbuntuMono-Bold"/>
              </a:rPr>
              <a:t>int</a:t>
            </a:r>
            <a:r>
              <a:rPr lang="en-IE" sz="2400" b="1" dirty="0">
                <a:solidFill>
                  <a:srgbClr val="007789"/>
                </a:solidFill>
                <a:latin typeface="UbuntuMono-Bold"/>
              </a:rPr>
              <a:t> </a:t>
            </a:r>
            <a:r>
              <a:rPr lang="en-IE" sz="2400" dirty="0" err="1">
                <a:solidFill>
                  <a:srgbClr val="CD00FF"/>
                </a:solidFill>
                <a:latin typeface="UbuntuMono-Regular"/>
              </a:rPr>
              <a:t>getVersion</a:t>
            </a:r>
            <a:r>
              <a:rPr lang="en-IE" sz="2400" dirty="0">
                <a:solidFill>
                  <a:srgbClr val="555555"/>
                </a:solidFill>
                <a:latin typeface="UbuntuMono-Regular"/>
              </a:rPr>
              <a:t>(</a:t>
            </a:r>
            <a:r>
              <a:rPr lang="en-IE" sz="2400" dirty="0" err="1">
                <a:solidFill>
                  <a:srgbClr val="000089"/>
                </a:solidFill>
                <a:latin typeface="UbuntuMono-Regular"/>
              </a:rPr>
              <a:t>InetAddress</a:t>
            </a:r>
            <a:r>
              <a:rPr lang="en-IE" sz="2400" dirty="0">
                <a:solidFill>
                  <a:srgbClr val="000089"/>
                </a:solidFill>
                <a:latin typeface="UbuntuMono-Regular"/>
              </a:rPr>
              <a:t> </a:t>
            </a:r>
            <a:r>
              <a:rPr lang="en-IE" sz="2400" dirty="0" err="1">
                <a:solidFill>
                  <a:srgbClr val="000089"/>
                </a:solidFill>
                <a:latin typeface="UbuntuMono-Regular"/>
              </a:rPr>
              <a:t>ia</a:t>
            </a:r>
            <a:r>
              <a:rPr lang="en-IE" sz="2400" dirty="0">
                <a:solidFill>
                  <a:srgbClr val="555555"/>
                </a:solidFill>
                <a:latin typeface="UbuntuMono-Regular"/>
              </a:rPr>
              <a:t>) {</a:t>
            </a:r>
          </a:p>
          <a:p>
            <a:pPr marL="0" indent="0">
              <a:buNone/>
            </a:pPr>
            <a:r>
              <a:rPr lang="en-IE" sz="2400" b="1" dirty="0">
                <a:solidFill>
                  <a:srgbClr val="007789"/>
                </a:solidFill>
                <a:latin typeface="UbuntuMono-Bold"/>
              </a:rPr>
              <a:t>byte</a:t>
            </a:r>
            <a:r>
              <a:rPr lang="en-IE" sz="2400" dirty="0">
                <a:solidFill>
                  <a:srgbClr val="555555"/>
                </a:solidFill>
                <a:latin typeface="UbuntuMono-Regular"/>
              </a:rPr>
              <a:t>[] </a:t>
            </a:r>
            <a:r>
              <a:rPr lang="en-IE" sz="2400" dirty="0">
                <a:solidFill>
                  <a:srgbClr val="000089"/>
                </a:solidFill>
                <a:latin typeface="UbuntuMono-Regular"/>
              </a:rPr>
              <a:t>address </a:t>
            </a:r>
            <a:r>
              <a:rPr lang="en-IE" sz="2400" dirty="0">
                <a:solidFill>
                  <a:srgbClr val="555555"/>
                </a:solidFill>
                <a:latin typeface="UbuntuMono-Regular"/>
              </a:rPr>
              <a:t>= </a:t>
            </a:r>
            <a:r>
              <a:rPr lang="en-IE" sz="2400" dirty="0" err="1">
                <a:solidFill>
                  <a:srgbClr val="000089"/>
                </a:solidFill>
                <a:latin typeface="UbuntuMono-Regular"/>
              </a:rPr>
              <a:t>ia</a:t>
            </a:r>
            <a:r>
              <a:rPr lang="en-IE" sz="2400" dirty="0" err="1">
                <a:solidFill>
                  <a:srgbClr val="555555"/>
                </a:solidFill>
                <a:latin typeface="UbuntuMono-Regular"/>
              </a:rPr>
              <a:t>.</a:t>
            </a:r>
            <a:r>
              <a:rPr lang="en-IE" sz="2400" dirty="0" err="1">
                <a:solidFill>
                  <a:srgbClr val="33009A"/>
                </a:solidFill>
                <a:latin typeface="UbuntuMono-Regular"/>
              </a:rPr>
              <a:t>getAddress</a:t>
            </a:r>
            <a:r>
              <a:rPr lang="en-IE" sz="2400" dirty="0">
                <a:solidFill>
                  <a:srgbClr val="555555"/>
                </a:solidFill>
                <a:latin typeface="UbuntuMono-Regular"/>
              </a:rPr>
              <a:t>();</a:t>
            </a:r>
          </a:p>
          <a:p>
            <a:pPr marL="0" indent="0">
              <a:buNone/>
            </a:pPr>
            <a:r>
              <a:rPr lang="en-IE" sz="2400" b="1" dirty="0">
                <a:solidFill>
                  <a:srgbClr val="00669A"/>
                </a:solidFill>
                <a:latin typeface="UbuntuMono-Bold"/>
              </a:rPr>
              <a:t>if </a:t>
            </a:r>
            <a:r>
              <a:rPr lang="en-IE" sz="2400" dirty="0">
                <a:solidFill>
                  <a:srgbClr val="555555"/>
                </a:solidFill>
                <a:latin typeface="UbuntuMono-Regular"/>
              </a:rPr>
              <a:t>(</a:t>
            </a:r>
            <a:r>
              <a:rPr lang="en-IE" sz="2400" dirty="0" err="1">
                <a:solidFill>
                  <a:srgbClr val="000089"/>
                </a:solidFill>
                <a:latin typeface="UbuntuMono-Regular"/>
              </a:rPr>
              <a:t>address</a:t>
            </a:r>
            <a:r>
              <a:rPr lang="en-IE" sz="2400" dirty="0" err="1">
                <a:solidFill>
                  <a:srgbClr val="555555"/>
                </a:solidFill>
                <a:latin typeface="UbuntuMono-Regular"/>
              </a:rPr>
              <a:t>.</a:t>
            </a:r>
            <a:r>
              <a:rPr lang="en-IE" sz="2400" dirty="0" err="1">
                <a:solidFill>
                  <a:srgbClr val="33009A"/>
                </a:solidFill>
                <a:latin typeface="UbuntuMono-Regular"/>
              </a:rPr>
              <a:t>length</a:t>
            </a:r>
            <a:r>
              <a:rPr lang="en-IE" sz="2400" dirty="0">
                <a:solidFill>
                  <a:srgbClr val="33009A"/>
                </a:solidFill>
                <a:latin typeface="UbuntuMono-Regular"/>
              </a:rPr>
              <a:t> </a:t>
            </a:r>
            <a:r>
              <a:rPr lang="en-IE" sz="2400" dirty="0">
                <a:solidFill>
                  <a:srgbClr val="555555"/>
                </a:solidFill>
                <a:latin typeface="UbuntuMono-Regular"/>
              </a:rPr>
              <a:t>== </a:t>
            </a:r>
            <a:r>
              <a:rPr lang="en-IE" sz="2400" dirty="0">
                <a:solidFill>
                  <a:srgbClr val="FF6600"/>
                </a:solidFill>
                <a:latin typeface="UbuntuMono-Regular"/>
              </a:rPr>
              <a:t>4</a:t>
            </a:r>
            <a:r>
              <a:rPr lang="en-IE" sz="2400" dirty="0">
                <a:solidFill>
                  <a:srgbClr val="555555"/>
                </a:solidFill>
                <a:latin typeface="UbuntuMono-Regular"/>
              </a:rPr>
              <a:t>) </a:t>
            </a:r>
            <a:r>
              <a:rPr lang="en-IE" sz="2400" b="1" dirty="0">
                <a:solidFill>
                  <a:srgbClr val="00669A"/>
                </a:solidFill>
                <a:latin typeface="UbuntuMono-Bold"/>
              </a:rPr>
              <a:t>return </a:t>
            </a:r>
            <a:r>
              <a:rPr lang="en-IE" sz="2400" dirty="0">
                <a:solidFill>
                  <a:srgbClr val="FF6600"/>
                </a:solidFill>
                <a:latin typeface="UbuntuMono-Regular"/>
              </a:rPr>
              <a:t>4</a:t>
            </a:r>
            <a:r>
              <a:rPr lang="en-IE" sz="2400" dirty="0">
                <a:solidFill>
                  <a:srgbClr val="555555"/>
                </a:solidFill>
                <a:latin typeface="UbuntuMono-Regular"/>
              </a:rPr>
              <a:t>;</a:t>
            </a:r>
          </a:p>
          <a:p>
            <a:pPr marL="0" indent="0">
              <a:buNone/>
            </a:pPr>
            <a:r>
              <a:rPr lang="en-IE" sz="2400" b="1" dirty="0">
                <a:solidFill>
                  <a:srgbClr val="00669A"/>
                </a:solidFill>
                <a:latin typeface="UbuntuMono-Bold"/>
              </a:rPr>
              <a:t>else </a:t>
            </a:r>
            <a:r>
              <a:rPr lang="en-IE" sz="2400" dirty="0">
                <a:solidFill>
                  <a:srgbClr val="CD00FF"/>
                </a:solidFill>
                <a:latin typeface="UbuntuMono-Regular"/>
              </a:rPr>
              <a:t>if </a:t>
            </a:r>
            <a:r>
              <a:rPr lang="en-IE" sz="2400" dirty="0">
                <a:solidFill>
                  <a:srgbClr val="555555"/>
                </a:solidFill>
                <a:latin typeface="UbuntuMono-Regular"/>
              </a:rPr>
              <a:t>(</a:t>
            </a:r>
            <a:r>
              <a:rPr lang="en-IE" sz="2400" dirty="0" err="1">
                <a:solidFill>
                  <a:srgbClr val="000089"/>
                </a:solidFill>
                <a:latin typeface="UbuntuMono-Regular"/>
              </a:rPr>
              <a:t>address</a:t>
            </a:r>
            <a:r>
              <a:rPr lang="en-IE" sz="2400" dirty="0" err="1">
                <a:solidFill>
                  <a:srgbClr val="555555"/>
                </a:solidFill>
                <a:latin typeface="UbuntuMono-Regular"/>
              </a:rPr>
              <a:t>.</a:t>
            </a:r>
            <a:r>
              <a:rPr lang="en-IE" sz="2400" dirty="0" err="1">
                <a:solidFill>
                  <a:srgbClr val="33009A"/>
                </a:solidFill>
                <a:latin typeface="UbuntuMono-Regular"/>
              </a:rPr>
              <a:t>length</a:t>
            </a:r>
            <a:r>
              <a:rPr lang="en-IE" sz="2400" dirty="0">
                <a:solidFill>
                  <a:srgbClr val="33009A"/>
                </a:solidFill>
                <a:latin typeface="UbuntuMono-Regular"/>
              </a:rPr>
              <a:t> </a:t>
            </a:r>
            <a:r>
              <a:rPr lang="en-IE" sz="2400" dirty="0">
                <a:solidFill>
                  <a:srgbClr val="555555"/>
                </a:solidFill>
                <a:latin typeface="UbuntuMono-Regular"/>
              </a:rPr>
              <a:t>== </a:t>
            </a:r>
            <a:r>
              <a:rPr lang="en-IE" sz="2400" dirty="0">
                <a:solidFill>
                  <a:srgbClr val="FF6600"/>
                </a:solidFill>
                <a:latin typeface="UbuntuMono-Regular"/>
              </a:rPr>
              <a:t>16</a:t>
            </a:r>
            <a:r>
              <a:rPr lang="en-IE" sz="2400" dirty="0">
                <a:solidFill>
                  <a:srgbClr val="555555"/>
                </a:solidFill>
                <a:latin typeface="UbuntuMono-Regular"/>
              </a:rPr>
              <a:t>) </a:t>
            </a:r>
            <a:r>
              <a:rPr lang="en-IE" sz="2400" b="1" dirty="0">
                <a:solidFill>
                  <a:srgbClr val="00669A"/>
                </a:solidFill>
                <a:latin typeface="UbuntuMono-Bold"/>
              </a:rPr>
              <a:t>return </a:t>
            </a:r>
            <a:r>
              <a:rPr lang="en-IE" sz="2400" dirty="0">
                <a:solidFill>
                  <a:srgbClr val="FF6600"/>
                </a:solidFill>
                <a:latin typeface="UbuntuMono-Regular"/>
              </a:rPr>
              <a:t>6</a:t>
            </a:r>
            <a:r>
              <a:rPr lang="en-IE" sz="2400" dirty="0">
                <a:solidFill>
                  <a:srgbClr val="555555"/>
                </a:solidFill>
                <a:latin typeface="UbuntuMono-Regular"/>
              </a:rPr>
              <a:t>;</a:t>
            </a:r>
          </a:p>
          <a:p>
            <a:pPr marL="0" indent="0">
              <a:buNone/>
            </a:pPr>
            <a:r>
              <a:rPr lang="en-IE" sz="2400" b="1" dirty="0">
                <a:solidFill>
                  <a:srgbClr val="00669A"/>
                </a:solidFill>
                <a:latin typeface="UbuntuMono-Bold"/>
              </a:rPr>
              <a:t>else return </a:t>
            </a:r>
            <a:r>
              <a:rPr lang="en-IE" sz="2400" dirty="0">
                <a:solidFill>
                  <a:srgbClr val="555555"/>
                </a:solidFill>
                <a:latin typeface="UbuntuMono-Regular"/>
              </a:rPr>
              <a:t>-</a:t>
            </a:r>
            <a:r>
              <a:rPr lang="en-IE" sz="2400" dirty="0">
                <a:solidFill>
                  <a:srgbClr val="FF6600"/>
                </a:solidFill>
                <a:latin typeface="UbuntuMono-Regular"/>
              </a:rPr>
              <a:t>1</a:t>
            </a:r>
            <a:r>
              <a:rPr lang="en-IE" sz="2400" dirty="0">
                <a:solidFill>
                  <a:srgbClr val="555555"/>
                </a:solidFill>
                <a:latin typeface="UbuntuMono-Regular"/>
              </a:rPr>
              <a:t>;</a:t>
            </a:r>
          </a:p>
          <a:p>
            <a:pPr marL="0" indent="0">
              <a:buNone/>
            </a:pPr>
            <a:r>
              <a:rPr lang="en-IE" sz="2400" dirty="0">
                <a:solidFill>
                  <a:srgbClr val="555555"/>
                </a:solidFill>
                <a:latin typeface="UbuntuMono-Regular"/>
              </a:rPr>
              <a:t>}</a:t>
            </a:r>
          </a:p>
          <a:p>
            <a:pPr marL="0" indent="0">
              <a:buNone/>
            </a:pPr>
            <a:r>
              <a:rPr lang="en-IE" sz="2400" dirty="0">
                <a:solidFill>
                  <a:srgbClr val="555555"/>
                </a:solidFill>
                <a:latin typeface="UbuntuMono-Regular"/>
              </a:rPr>
              <a:t>}</a:t>
            </a:r>
            <a:endParaRPr lang="en-IE" sz="2400" dirty="0"/>
          </a:p>
        </p:txBody>
      </p:sp>
    </p:spTree>
    <p:extLst>
      <p:ext uri="{BB962C8B-B14F-4D97-AF65-F5344CB8AC3E}">
        <p14:creationId xmlns:p14="http://schemas.microsoft.com/office/powerpoint/2010/main" val="95369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noAutofit/>
          </a:bodyPr>
          <a:lstStyle/>
          <a:p>
            <a:r>
              <a:rPr lang="en-IE" i="1" dirty="0"/>
              <a:t>Address Types</a:t>
            </a:r>
            <a:endParaRPr lang="en-US" altLang="en-US" dirty="0"/>
          </a:p>
        </p:txBody>
      </p:sp>
      <p:sp>
        <p:nvSpPr>
          <p:cNvPr id="16387" name="Rectangle 3"/>
          <p:cNvSpPr>
            <a:spLocks noGrp="1" noChangeArrowheads="1"/>
          </p:cNvSpPr>
          <p:nvPr>
            <p:ph type="body" idx="1"/>
          </p:nvPr>
        </p:nvSpPr>
        <p:spPr>
          <a:xfrm>
            <a:off x="76200" y="914400"/>
            <a:ext cx="8991600" cy="5943600"/>
          </a:xfrm>
        </p:spPr>
        <p:txBody>
          <a:bodyPr>
            <a:normAutofit lnSpcReduction="10000"/>
          </a:bodyPr>
          <a:lstStyle/>
          <a:p>
            <a:r>
              <a:rPr lang="en-IE" sz="2400" dirty="0">
                <a:solidFill>
                  <a:srgbClr val="000000"/>
                </a:solidFill>
                <a:latin typeface="MinionPro-Regular"/>
              </a:rPr>
              <a:t>Some IP addresses and some patterns of addresses have special meanings. </a:t>
            </a:r>
          </a:p>
          <a:p>
            <a:r>
              <a:rPr lang="en-IE" sz="2400" dirty="0">
                <a:solidFill>
                  <a:srgbClr val="000000"/>
                </a:solidFill>
                <a:latin typeface="MinionPro-Regular"/>
              </a:rPr>
              <a:t>For instance, 127.0.0.1 is the local loopback address. </a:t>
            </a:r>
          </a:p>
          <a:p>
            <a:r>
              <a:rPr lang="en-IE" sz="2400" dirty="0">
                <a:solidFill>
                  <a:srgbClr val="000000"/>
                </a:solidFill>
                <a:latin typeface="MinionPro-Regular"/>
              </a:rPr>
              <a:t>IPv4 addresses in the range 224.0.0.0 to 239.255.255.255 are multicast addresses that send to several subscribed hosts at once. Java includes 10 methods for testing whether an </a:t>
            </a:r>
            <a:r>
              <a:rPr lang="en-IE" sz="2400" dirty="0" err="1">
                <a:solidFill>
                  <a:srgbClr val="000000"/>
                </a:solidFill>
                <a:latin typeface="UbuntuMono-Regular"/>
              </a:rPr>
              <a:t>InetAddress</a:t>
            </a:r>
            <a:r>
              <a:rPr lang="en-IE" sz="2400" dirty="0">
                <a:solidFill>
                  <a:srgbClr val="000000"/>
                </a:solidFill>
                <a:latin typeface="UbuntuMono-Regular"/>
              </a:rPr>
              <a:t> </a:t>
            </a:r>
            <a:r>
              <a:rPr lang="en-IE" sz="2400" dirty="0">
                <a:solidFill>
                  <a:srgbClr val="000000"/>
                </a:solidFill>
                <a:latin typeface="MinionPro-Regular"/>
              </a:rPr>
              <a:t>object meets any of these criteria:</a:t>
            </a:r>
          </a:p>
          <a:p>
            <a:r>
              <a:rPr lang="en-IE" sz="1800" b="1" dirty="0">
                <a:solidFill>
                  <a:srgbClr val="00669A"/>
                </a:solidFill>
                <a:latin typeface="UbuntuMono-Bold"/>
              </a:rPr>
              <a:t>public </a:t>
            </a:r>
            <a:r>
              <a:rPr lang="en-IE" sz="1800" b="1" dirty="0" err="1">
                <a:solidFill>
                  <a:srgbClr val="007789"/>
                </a:solidFill>
                <a:latin typeface="UbuntuMono-Bold"/>
              </a:rPr>
              <a:t>boolean</a:t>
            </a:r>
            <a:r>
              <a:rPr lang="en-IE" sz="1800" b="1" dirty="0">
                <a:solidFill>
                  <a:srgbClr val="007789"/>
                </a:solidFill>
                <a:latin typeface="UbuntuMono-Bold"/>
              </a:rPr>
              <a:t> </a:t>
            </a:r>
            <a:r>
              <a:rPr lang="en-IE" sz="1800" dirty="0" err="1">
                <a:solidFill>
                  <a:srgbClr val="CD00FF"/>
                </a:solidFill>
                <a:latin typeface="UbuntuMono-Regular"/>
              </a:rPr>
              <a:t>isAnyLocalAddress</a:t>
            </a:r>
            <a:r>
              <a:rPr lang="en-IE" sz="1800" dirty="0">
                <a:solidFill>
                  <a:srgbClr val="555555"/>
                </a:solidFill>
                <a:latin typeface="UbuntuMono-Regular"/>
              </a:rPr>
              <a:t>()</a:t>
            </a:r>
          </a:p>
          <a:p>
            <a:r>
              <a:rPr lang="en-IE" sz="1800" b="1" dirty="0">
                <a:solidFill>
                  <a:srgbClr val="00669A"/>
                </a:solidFill>
                <a:latin typeface="UbuntuMono-Bold"/>
              </a:rPr>
              <a:t>public </a:t>
            </a:r>
            <a:r>
              <a:rPr lang="en-IE" sz="1800" b="1" dirty="0" err="1">
                <a:solidFill>
                  <a:srgbClr val="007789"/>
                </a:solidFill>
                <a:latin typeface="UbuntuMono-Bold"/>
              </a:rPr>
              <a:t>boolean</a:t>
            </a:r>
            <a:r>
              <a:rPr lang="en-IE" sz="1800" b="1" dirty="0">
                <a:solidFill>
                  <a:srgbClr val="007789"/>
                </a:solidFill>
                <a:latin typeface="UbuntuMono-Bold"/>
              </a:rPr>
              <a:t> </a:t>
            </a:r>
            <a:r>
              <a:rPr lang="en-IE" sz="1800" dirty="0" err="1">
                <a:solidFill>
                  <a:srgbClr val="CD00FF"/>
                </a:solidFill>
                <a:latin typeface="UbuntuMono-Regular"/>
              </a:rPr>
              <a:t>isLoopbackAddress</a:t>
            </a:r>
            <a:r>
              <a:rPr lang="en-IE" sz="1800" dirty="0">
                <a:solidFill>
                  <a:srgbClr val="555555"/>
                </a:solidFill>
                <a:latin typeface="UbuntuMono-Regular"/>
              </a:rPr>
              <a:t>()</a:t>
            </a:r>
          </a:p>
          <a:p>
            <a:r>
              <a:rPr lang="en-IE" sz="1800" b="1" dirty="0">
                <a:solidFill>
                  <a:srgbClr val="00669A"/>
                </a:solidFill>
                <a:latin typeface="UbuntuMono-Bold"/>
              </a:rPr>
              <a:t>public </a:t>
            </a:r>
            <a:r>
              <a:rPr lang="en-IE" sz="1800" b="1" dirty="0" err="1">
                <a:solidFill>
                  <a:srgbClr val="007789"/>
                </a:solidFill>
                <a:latin typeface="UbuntuMono-Bold"/>
              </a:rPr>
              <a:t>boolean</a:t>
            </a:r>
            <a:r>
              <a:rPr lang="en-IE" sz="1800" b="1" dirty="0">
                <a:solidFill>
                  <a:srgbClr val="007789"/>
                </a:solidFill>
                <a:latin typeface="UbuntuMono-Bold"/>
              </a:rPr>
              <a:t> </a:t>
            </a:r>
            <a:r>
              <a:rPr lang="en-IE" sz="1800" dirty="0" err="1">
                <a:solidFill>
                  <a:srgbClr val="CD00FF"/>
                </a:solidFill>
                <a:latin typeface="UbuntuMono-Regular"/>
              </a:rPr>
              <a:t>isLinkLocalAddress</a:t>
            </a:r>
            <a:r>
              <a:rPr lang="en-IE" sz="1800" dirty="0">
                <a:solidFill>
                  <a:srgbClr val="555555"/>
                </a:solidFill>
                <a:latin typeface="UbuntuMono-Regular"/>
              </a:rPr>
              <a:t>()</a:t>
            </a:r>
          </a:p>
          <a:p>
            <a:r>
              <a:rPr lang="en-IE" sz="1800" b="1" dirty="0">
                <a:solidFill>
                  <a:srgbClr val="00669A"/>
                </a:solidFill>
                <a:latin typeface="UbuntuMono-Bold"/>
              </a:rPr>
              <a:t>public </a:t>
            </a:r>
            <a:r>
              <a:rPr lang="en-IE" sz="1800" b="1" dirty="0" err="1">
                <a:solidFill>
                  <a:srgbClr val="007789"/>
                </a:solidFill>
                <a:latin typeface="UbuntuMono-Bold"/>
              </a:rPr>
              <a:t>boolean</a:t>
            </a:r>
            <a:r>
              <a:rPr lang="en-IE" sz="1800" b="1" dirty="0">
                <a:solidFill>
                  <a:srgbClr val="007789"/>
                </a:solidFill>
                <a:latin typeface="UbuntuMono-Bold"/>
              </a:rPr>
              <a:t> </a:t>
            </a:r>
            <a:r>
              <a:rPr lang="en-IE" sz="1800" dirty="0" err="1">
                <a:solidFill>
                  <a:srgbClr val="CD00FF"/>
                </a:solidFill>
                <a:latin typeface="UbuntuMono-Regular"/>
              </a:rPr>
              <a:t>isSiteLocalAddress</a:t>
            </a:r>
            <a:r>
              <a:rPr lang="en-IE" sz="1800" dirty="0">
                <a:solidFill>
                  <a:srgbClr val="555555"/>
                </a:solidFill>
                <a:latin typeface="UbuntuMono-Regular"/>
              </a:rPr>
              <a:t>()</a:t>
            </a:r>
          </a:p>
          <a:p>
            <a:r>
              <a:rPr lang="en-IE" sz="1800" b="1" dirty="0">
                <a:solidFill>
                  <a:srgbClr val="00669A"/>
                </a:solidFill>
                <a:latin typeface="UbuntuMono-Bold"/>
              </a:rPr>
              <a:t>public </a:t>
            </a:r>
            <a:r>
              <a:rPr lang="en-IE" sz="1800" b="1" dirty="0" err="1">
                <a:solidFill>
                  <a:srgbClr val="007789"/>
                </a:solidFill>
                <a:latin typeface="UbuntuMono-Bold"/>
              </a:rPr>
              <a:t>boolean</a:t>
            </a:r>
            <a:r>
              <a:rPr lang="en-IE" sz="1800" b="1" dirty="0">
                <a:solidFill>
                  <a:srgbClr val="007789"/>
                </a:solidFill>
                <a:latin typeface="UbuntuMono-Bold"/>
              </a:rPr>
              <a:t> </a:t>
            </a:r>
            <a:r>
              <a:rPr lang="en-IE" sz="1800" dirty="0" err="1">
                <a:solidFill>
                  <a:srgbClr val="CD00FF"/>
                </a:solidFill>
                <a:latin typeface="UbuntuMono-Regular"/>
              </a:rPr>
              <a:t>isMulticastAddress</a:t>
            </a:r>
            <a:r>
              <a:rPr lang="en-IE" sz="1800" dirty="0">
                <a:solidFill>
                  <a:srgbClr val="555555"/>
                </a:solidFill>
                <a:latin typeface="UbuntuMono-Regular"/>
              </a:rPr>
              <a:t>()</a:t>
            </a:r>
          </a:p>
          <a:p>
            <a:r>
              <a:rPr lang="en-IE" sz="1800" b="1" dirty="0">
                <a:solidFill>
                  <a:srgbClr val="00669A"/>
                </a:solidFill>
                <a:latin typeface="UbuntuMono-Bold"/>
              </a:rPr>
              <a:t>public </a:t>
            </a:r>
            <a:r>
              <a:rPr lang="en-IE" sz="1800" b="1" dirty="0" err="1">
                <a:solidFill>
                  <a:srgbClr val="007789"/>
                </a:solidFill>
                <a:latin typeface="UbuntuMono-Bold"/>
              </a:rPr>
              <a:t>boolean</a:t>
            </a:r>
            <a:r>
              <a:rPr lang="en-IE" sz="1800" b="1" dirty="0">
                <a:solidFill>
                  <a:srgbClr val="007789"/>
                </a:solidFill>
                <a:latin typeface="UbuntuMono-Bold"/>
              </a:rPr>
              <a:t> </a:t>
            </a:r>
            <a:r>
              <a:rPr lang="en-IE" sz="1800" dirty="0" err="1">
                <a:solidFill>
                  <a:srgbClr val="CD00FF"/>
                </a:solidFill>
                <a:latin typeface="UbuntuMono-Regular"/>
              </a:rPr>
              <a:t>isMCGlobal</a:t>
            </a:r>
            <a:r>
              <a:rPr lang="en-IE" sz="1800" dirty="0">
                <a:solidFill>
                  <a:srgbClr val="555555"/>
                </a:solidFill>
                <a:latin typeface="UbuntuMono-Regular"/>
              </a:rPr>
              <a:t>()</a:t>
            </a:r>
          </a:p>
          <a:p>
            <a:r>
              <a:rPr lang="en-IE" sz="1800" b="1" dirty="0">
                <a:solidFill>
                  <a:srgbClr val="00669A"/>
                </a:solidFill>
                <a:latin typeface="UbuntuMono-Bold"/>
              </a:rPr>
              <a:t>public </a:t>
            </a:r>
            <a:r>
              <a:rPr lang="en-IE" sz="1800" b="1" dirty="0" err="1">
                <a:solidFill>
                  <a:srgbClr val="007789"/>
                </a:solidFill>
                <a:latin typeface="UbuntuMono-Bold"/>
              </a:rPr>
              <a:t>boolean</a:t>
            </a:r>
            <a:r>
              <a:rPr lang="en-IE" sz="1800" b="1" dirty="0">
                <a:solidFill>
                  <a:srgbClr val="007789"/>
                </a:solidFill>
                <a:latin typeface="UbuntuMono-Bold"/>
              </a:rPr>
              <a:t> </a:t>
            </a:r>
            <a:r>
              <a:rPr lang="en-IE" sz="1800" dirty="0" err="1">
                <a:solidFill>
                  <a:srgbClr val="CD00FF"/>
                </a:solidFill>
                <a:latin typeface="UbuntuMono-Regular"/>
              </a:rPr>
              <a:t>isMCNodeLocal</a:t>
            </a:r>
            <a:r>
              <a:rPr lang="en-IE" sz="1800" dirty="0">
                <a:solidFill>
                  <a:srgbClr val="555555"/>
                </a:solidFill>
                <a:latin typeface="UbuntuMono-Regular"/>
              </a:rPr>
              <a:t>()</a:t>
            </a:r>
          </a:p>
          <a:p>
            <a:r>
              <a:rPr lang="en-IE" sz="1800" b="1" dirty="0">
                <a:solidFill>
                  <a:srgbClr val="00669A"/>
                </a:solidFill>
                <a:latin typeface="UbuntuMono-Bold"/>
              </a:rPr>
              <a:t>public </a:t>
            </a:r>
            <a:r>
              <a:rPr lang="en-IE" sz="1800" b="1" dirty="0" err="1">
                <a:solidFill>
                  <a:srgbClr val="007789"/>
                </a:solidFill>
                <a:latin typeface="UbuntuMono-Bold"/>
              </a:rPr>
              <a:t>boolean</a:t>
            </a:r>
            <a:r>
              <a:rPr lang="en-IE" sz="1800" b="1" dirty="0">
                <a:solidFill>
                  <a:srgbClr val="007789"/>
                </a:solidFill>
                <a:latin typeface="UbuntuMono-Bold"/>
              </a:rPr>
              <a:t> </a:t>
            </a:r>
            <a:r>
              <a:rPr lang="en-IE" sz="1800" dirty="0" err="1">
                <a:solidFill>
                  <a:srgbClr val="CD00FF"/>
                </a:solidFill>
                <a:latin typeface="UbuntuMono-Regular"/>
              </a:rPr>
              <a:t>isMCLinkLocal</a:t>
            </a:r>
            <a:r>
              <a:rPr lang="en-IE" sz="1800" dirty="0">
                <a:solidFill>
                  <a:srgbClr val="555555"/>
                </a:solidFill>
                <a:latin typeface="UbuntuMono-Regular"/>
              </a:rPr>
              <a:t>()</a:t>
            </a:r>
          </a:p>
          <a:p>
            <a:r>
              <a:rPr lang="en-IE" sz="1800" b="1" dirty="0">
                <a:solidFill>
                  <a:srgbClr val="00669A"/>
                </a:solidFill>
                <a:latin typeface="UbuntuMono-Bold"/>
              </a:rPr>
              <a:t>public </a:t>
            </a:r>
            <a:r>
              <a:rPr lang="en-IE" sz="1800" b="1" dirty="0" err="1">
                <a:solidFill>
                  <a:srgbClr val="007789"/>
                </a:solidFill>
                <a:latin typeface="UbuntuMono-Bold"/>
              </a:rPr>
              <a:t>boolean</a:t>
            </a:r>
            <a:r>
              <a:rPr lang="en-IE" sz="1800" b="1" dirty="0">
                <a:solidFill>
                  <a:srgbClr val="007789"/>
                </a:solidFill>
                <a:latin typeface="UbuntuMono-Bold"/>
              </a:rPr>
              <a:t> </a:t>
            </a:r>
            <a:r>
              <a:rPr lang="en-IE" sz="1800" dirty="0" err="1">
                <a:solidFill>
                  <a:srgbClr val="CD00FF"/>
                </a:solidFill>
                <a:latin typeface="UbuntuMono-Regular"/>
              </a:rPr>
              <a:t>isMCSiteLocal</a:t>
            </a:r>
            <a:r>
              <a:rPr lang="en-IE" sz="1800" dirty="0">
                <a:solidFill>
                  <a:srgbClr val="555555"/>
                </a:solidFill>
                <a:latin typeface="UbuntuMono-Regular"/>
              </a:rPr>
              <a:t>()</a:t>
            </a:r>
          </a:p>
          <a:p>
            <a:r>
              <a:rPr lang="en-IE" sz="1800" b="1" dirty="0">
                <a:solidFill>
                  <a:srgbClr val="00669A"/>
                </a:solidFill>
                <a:latin typeface="UbuntuMono-Bold"/>
              </a:rPr>
              <a:t>public </a:t>
            </a:r>
            <a:r>
              <a:rPr lang="en-IE" sz="1800" b="1" dirty="0" err="1">
                <a:solidFill>
                  <a:srgbClr val="007789"/>
                </a:solidFill>
                <a:latin typeface="UbuntuMono-Bold"/>
              </a:rPr>
              <a:t>boolean</a:t>
            </a:r>
            <a:r>
              <a:rPr lang="en-IE" sz="1800" b="1" dirty="0">
                <a:solidFill>
                  <a:srgbClr val="007789"/>
                </a:solidFill>
                <a:latin typeface="UbuntuMono-Bold"/>
              </a:rPr>
              <a:t> </a:t>
            </a:r>
            <a:r>
              <a:rPr lang="en-IE" sz="1800" dirty="0" err="1">
                <a:solidFill>
                  <a:srgbClr val="CD00FF"/>
                </a:solidFill>
                <a:latin typeface="UbuntuMono-Regular"/>
              </a:rPr>
              <a:t>isMCOrgLocal</a:t>
            </a:r>
            <a:r>
              <a:rPr lang="en-IE" sz="1800" dirty="0">
                <a:solidFill>
                  <a:srgbClr val="555555"/>
                </a:solidFill>
                <a:latin typeface="UbuntuMono-Regular"/>
              </a:rPr>
              <a:t>()</a:t>
            </a:r>
            <a:endParaRPr lang="en-IE" sz="2400" dirty="0"/>
          </a:p>
        </p:txBody>
      </p:sp>
    </p:spTree>
    <p:extLst>
      <p:ext uri="{BB962C8B-B14F-4D97-AF65-F5344CB8AC3E}">
        <p14:creationId xmlns:p14="http://schemas.microsoft.com/office/powerpoint/2010/main" val="23916939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noAutofit/>
          </a:bodyPr>
          <a:lstStyle/>
          <a:p>
            <a:r>
              <a:rPr lang="en-IE" sz="4000" i="1" dirty="0"/>
              <a:t>Address Types</a:t>
            </a:r>
            <a:endParaRPr lang="en-US" altLang="en-US" sz="4000" dirty="0"/>
          </a:p>
        </p:txBody>
      </p:sp>
      <p:sp>
        <p:nvSpPr>
          <p:cNvPr id="16387" name="Rectangle 3"/>
          <p:cNvSpPr>
            <a:spLocks noGrp="1" noChangeArrowheads="1"/>
          </p:cNvSpPr>
          <p:nvPr>
            <p:ph type="body" idx="1"/>
          </p:nvPr>
        </p:nvSpPr>
        <p:spPr>
          <a:xfrm>
            <a:off x="76200" y="914400"/>
            <a:ext cx="8991600" cy="5943600"/>
          </a:xfrm>
        </p:spPr>
        <p:txBody>
          <a:bodyPr>
            <a:normAutofit/>
          </a:bodyPr>
          <a:lstStyle/>
          <a:p>
            <a:r>
              <a:rPr lang="en-IE" sz="2400" dirty="0"/>
              <a:t>The </a:t>
            </a:r>
            <a:r>
              <a:rPr lang="en-IE" sz="2400" dirty="0" err="1">
                <a:solidFill>
                  <a:schemeClr val="tx2"/>
                </a:solidFill>
              </a:rPr>
              <a:t>isAnyLocalAddress</a:t>
            </a:r>
            <a:r>
              <a:rPr lang="en-IE" sz="2400" dirty="0"/>
              <a:t>() method returns true if the address is a </a:t>
            </a:r>
            <a:r>
              <a:rPr lang="en-IE" sz="2400" i="1" dirty="0"/>
              <a:t>wildcard address</a:t>
            </a:r>
            <a:r>
              <a:rPr lang="en-IE" sz="2400" dirty="0"/>
              <a:t>, false otherwise. </a:t>
            </a:r>
          </a:p>
          <a:p>
            <a:r>
              <a:rPr lang="en-IE" sz="2400" dirty="0">
                <a:solidFill>
                  <a:schemeClr val="tx2"/>
                </a:solidFill>
              </a:rPr>
              <a:t>A wildcard address matches any address of the local system. </a:t>
            </a:r>
          </a:p>
          <a:p>
            <a:r>
              <a:rPr lang="en-IE" sz="2400" dirty="0"/>
              <a:t>In IPv4, the wildcard address is 0.0.0.0. In IPv6, this address is 0:0:0:0:0:0:0:0.</a:t>
            </a:r>
          </a:p>
          <a:p>
            <a:r>
              <a:rPr lang="en-IE" sz="2400" dirty="0"/>
              <a:t>The </a:t>
            </a:r>
            <a:r>
              <a:rPr lang="en-IE" sz="2400" dirty="0" err="1">
                <a:solidFill>
                  <a:schemeClr val="tx2"/>
                </a:solidFill>
              </a:rPr>
              <a:t>isLoopbackAddress</a:t>
            </a:r>
            <a:r>
              <a:rPr lang="en-IE" sz="2400" dirty="0"/>
              <a:t>() method returns true if the address is the loopback address, false otherwise. </a:t>
            </a:r>
            <a:r>
              <a:rPr lang="en-IE" sz="2400" dirty="0">
                <a:solidFill>
                  <a:schemeClr val="tx2"/>
                </a:solidFill>
              </a:rPr>
              <a:t>The loopback address connects to the same computer directly in the IP layer without using any physical hardware. </a:t>
            </a:r>
          </a:p>
          <a:p>
            <a:r>
              <a:rPr lang="en-IE" sz="2400" dirty="0"/>
              <a:t>Thus, connecting to the loopback address enables tests to bypass potentially buggy or </a:t>
            </a:r>
            <a:r>
              <a:rPr lang="en-IE" sz="2400" dirty="0" err="1"/>
              <a:t>nonexistent</a:t>
            </a:r>
            <a:r>
              <a:rPr lang="en-IE" sz="2400" dirty="0"/>
              <a:t> Ethernet, PPP, and other drivers, helping to isolate problems. </a:t>
            </a:r>
          </a:p>
          <a:p>
            <a:r>
              <a:rPr lang="en-IE" sz="2400" dirty="0"/>
              <a:t>In IPv4, this address is 127.0.0.1. In IPv6, this address is 0:0:0:0:0:0:0:1 (a.k.a. ::1).</a:t>
            </a:r>
          </a:p>
        </p:txBody>
      </p:sp>
    </p:spTree>
    <p:extLst>
      <p:ext uri="{BB962C8B-B14F-4D97-AF65-F5344CB8AC3E}">
        <p14:creationId xmlns:p14="http://schemas.microsoft.com/office/powerpoint/2010/main" val="1234159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noAutofit/>
          </a:bodyPr>
          <a:lstStyle/>
          <a:p>
            <a:r>
              <a:rPr lang="en-IE" sz="4000" i="1" dirty="0"/>
              <a:t>Address Types</a:t>
            </a:r>
            <a:endParaRPr lang="en-US" altLang="en-US" sz="4000" dirty="0"/>
          </a:p>
        </p:txBody>
      </p:sp>
      <p:sp>
        <p:nvSpPr>
          <p:cNvPr id="16387" name="Rectangle 3"/>
          <p:cNvSpPr>
            <a:spLocks noGrp="1" noChangeArrowheads="1"/>
          </p:cNvSpPr>
          <p:nvPr>
            <p:ph type="body" idx="1"/>
          </p:nvPr>
        </p:nvSpPr>
        <p:spPr>
          <a:xfrm>
            <a:off x="76200" y="914400"/>
            <a:ext cx="8991600" cy="5943600"/>
          </a:xfrm>
        </p:spPr>
        <p:txBody>
          <a:bodyPr>
            <a:normAutofit fontScale="92500"/>
          </a:bodyPr>
          <a:lstStyle/>
          <a:p>
            <a:r>
              <a:rPr lang="en-IE" sz="2400" dirty="0"/>
              <a:t>The </a:t>
            </a:r>
            <a:r>
              <a:rPr lang="en-IE" sz="2400" dirty="0" err="1">
                <a:solidFill>
                  <a:schemeClr val="tx2"/>
                </a:solidFill>
              </a:rPr>
              <a:t>isLinkLocalAddress</a:t>
            </a:r>
            <a:r>
              <a:rPr lang="en-IE" sz="2400" dirty="0"/>
              <a:t>() method returns true if the address is an IPv6 link-local address, false otherwise. </a:t>
            </a:r>
          </a:p>
          <a:p>
            <a:r>
              <a:rPr lang="en-IE" sz="2400" dirty="0">
                <a:solidFill>
                  <a:schemeClr val="tx2"/>
                </a:solidFill>
              </a:rPr>
              <a:t>This is an address used to help IPv6 networks self-configure,  much like DHCP on IPv4 networks but without necessarily using a server. </a:t>
            </a:r>
          </a:p>
          <a:p>
            <a:r>
              <a:rPr lang="en-IE" sz="2400" dirty="0"/>
              <a:t>Routers do not forward packets addressed to a link-local address beyond the local subnet. All link-local addresses begin with the eight bytes </a:t>
            </a:r>
            <a:r>
              <a:rPr lang="en-IE" sz="2400" dirty="0">
                <a:solidFill>
                  <a:schemeClr val="tx2"/>
                </a:solidFill>
              </a:rPr>
              <a:t>FE80:0000:0000:0000. </a:t>
            </a:r>
            <a:r>
              <a:rPr lang="en-IE" sz="2400" dirty="0"/>
              <a:t>The next eight bytes are filled with a local address, often copied from the Ethernet MAC address assigned by the Ethernet card manufacturer.</a:t>
            </a:r>
          </a:p>
          <a:p>
            <a:r>
              <a:rPr lang="en-IE" sz="2400" dirty="0"/>
              <a:t>The </a:t>
            </a:r>
            <a:r>
              <a:rPr lang="en-IE" sz="2400" dirty="0" err="1">
                <a:solidFill>
                  <a:schemeClr val="tx2"/>
                </a:solidFill>
              </a:rPr>
              <a:t>isSiteLocalAddress</a:t>
            </a:r>
            <a:r>
              <a:rPr lang="en-IE" sz="2400" dirty="0"/>
              <a:t>() method returns true if the address is an IPv6 site-local address, false otherwise. </a:t>
            </a:r>
            <a:r>
              <a:rPr lang="en-IE" sz="2400" dirty="0">
                <a:solidFill>
                  <a:schemeClr val="tx2"/>
                </a:solidFill>
              </a:rPr>
              <a:t>Site-local addresses are similar to link-local addresses except that they may be forwarded by routers within a site or campus but should not be forwarded beyond that site. </a:t>
            </a:r>
          </a:p>
          <a:p>
            <a:r>
              <a:rPr lang="en-IE" sz="2400" dirty="0"/>
              <a:t>Site-local addresses begin with the eight bytes </a:t>
            </a:r>
            <a:r>
              <a:rPr lang="en-IE" sz="2400" dirty="0">
                <a:solidFill>
                  <a:schemeClr val="tx2"/>
                </a:solidFill>
              </a:rPr>
              <a:t>FEC0:0000:0000:0000.</a:t>
            </a:r>
            <a:r>
              <a:rPr lang="en-IE" sz="2400" dirty="0"/>
              <a:t> The next eight bytes are filled with a local address, often copied from the Ethernet MAC address assigned by the Ethernet card manufacturer.</a:t>
            </a:r>
          </a:p>
        </p:txBody>
      </p:sp>
    </p:spTree>
    <p:extLst>
      <p:ext uri="{BB962C8B-B14F-4D97-AF65-F5344CB8AC3E}">
        <p14:creationId xmlns:p14="http://schemas.microsoft.com/office/powerpoint/2010/main" val="9800915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noAutofit/>
          </a:bodyPr>
          <a:lstStyle/>
          <a:p>
            <a:r>
              <a:rPr lang="en-IE" i="1" dirty="0"/>
              <a:t>Address Types</a:t>
            </a:r>
            <a:endParaRPr lang="en-US" altLang="en-US" dirty="0"/>
          </a:p>
        </p:txBody>
      </p:sp>
      <p:sp>
        <p:nvSpPr>
          <p:cNvPr id="16387" name="Rectangle 3"/>
          <p:cNvSpPr>
            <a:spLocks noGrp="1" noChangeArrowheads="1"/>
          </p:cNvSpPr>
          <p:nvPr>
            <p:ph type="body" idx="1"/>
          </p:nvPr>
        </p:nvSpPr>
        <p:spPr>
          <a:xfrm>
            <a:off x="76200" y="914400"/>
            <a:ext cx="8991600" cy="5943600"/>
          </a:xfrm>
        </p:spPr>
        <p:txBody>
          <a:bodyPr>
            <a:normAutofit fontScale="92500" lnSpcReduction="20000"/>
          </a:bodyPr>
          <a:lstStyle/>
          <a:p>
            <a:r>
              <a:rPr lang="en-IE" sz="2400" dirty="0"/>
              <a:t>The </a:t>
            </a:r>
            <a:r>
              <a:rPr lang="en-IE" sz="2400" dirty="0" err="1">
                <a:solidFill>
                  <a:schemeClr val="tx2"/>
                </a:solidFill>
              </a:rPr>
              <a:t>isMulticastAddress</a:t>
            </a:r>
            <a:r>
              <a:rPr lang="en-IE" sz="2400" dirty="0"/>
              <a:t>() method returns true if the address is a multicast address, false otherwise. </a:t>
            </a:r>
            <a:r>
              <a:rPr lang="en-IE" sz="2400" dirty="0">
                <a:solidFill>
                  <a:schemeClr val="tx2"/>
                </a:solidFill>
              </a:rPr>
              <a:t>Multicasting broadcasts content to all subscribed computers rather than to one particular computer. </a:t>
            </a:r>
          </a:p>
          <a:p>
            <a:r>
              <a:rPr lang="en-IE" sz="2400" dirty="0"/>
              <a:t>In IPv4, multicast addresses all fall in the range </a:t>
            </a:r>
            <a:r>
              <a:rPr lang="en-IE" sz="2400" dirty="0">
                <a:solidFill>
                  <a:schemeClr val="tx2"/>
                </a:solidFill>
              </a:rPr>
              <a:t>224.0.0.0 to 239.255.255.255</a:t>
            </a:r>
            <a:r>
              <a:rPr lang="en-IE" sz="2400" dirty="0"/>
              <a:t>. In IPv6, they all begin with byte </a:t>
            </a:r>
            <a:r>
              <a:rPr lang="en-IE" sz="2400" dirty="0">
                <a:solidFill>
                  <a:schemeClr val="tx2"/>
                </a:solidFill>
              </a:rPr>
              <a:t>FF</a:t>
            </a:r>
            <a:r>
              <a:rPr lang="en-IE" sz="2400" dirty="0"/>
              <a:t>. </a:t>
            </a:r>
          </a:p>
          <a:p>
            <a:r>
              <a:rPr lang="en-IE" sz="2400" dirty="0"/>
              <a:t>The </a:t>
            </a:r>
            <a:r>
              <a:rPr lang="en-IE" sz="2400" dirty="0" err="1">
                <a:solidFill>
                  <a:schemeClr val="tx2"/>
                </a:solidFill>
              </a:rPr>
              <a:t>isMCGlobal</a:t>
            </a:r>
            <a:r>
              <a:rPr lang="en-IE" sz="2400" dirty="0"/>
              <a:t>() method returns true if the address is a global multicast address, false otherwise. </a:t>
            </a:r>
            <a:r>
              <a:rPr lang="en-IE" sz="2400" dirty="0">
                <a:solidFill>
                  <a:schemeClr val="tx2"/>
                </a:solidFill>
              </a:rPr>
              <a:t>A global multicast address may have subscribers around the world. </a:t>
            </a:r>
            <a:r>
              <a:rPr lang="en-IE" sz="2400" dirty="0"/>
              <a:t>All multicast addresses begin with FF. In IPv6, global multicast addresses begin with FF0E or FF1E depending on whether the multicast address is a well known permanently assigned address or a transient address. In IPv4, all multicast addresses have global scope, at least as far as this method is concerned. </a:t>
            </a:r>
          </a:p>
          <a:p>
            <a:r>
              <a:rPr lang="en-IE" sz="2400" dirty="0"/>
              <a:t>The </a:t>
            </a:r>
            <a:r>
              <a:rPr lang="en-IE" sz="2400" dirty="0" err="1">
                <a:solidFill>
                  <a:schemeClr val="tx2"/>
                </a:solidFill>
              </a:rPr>
              <a:t>isMCOrgLocal</a:t>
            </a:r>
            <a:r>
              <a:rPr lang="en-IE" sz="2400" dirty="0"/>
              <a:t>() method returns true if the address is an organization-wide multicast address, false otherwise. </a:t>
            </a:r>
            <a:r>
              <a:rPr lang="en-IE" sz="2400" dirty="0">
                <a:solidFill>
                  <a:schemeClr val="tx2"/>
                </a:solidFill>
              </a:rPr>
              <a:t>An organization-wide multicast address may have subscribers within all the sites of a company or organization, but not outside that organization.</a:t>
            </a:r>
          </a:p>
          <a:p>
            <a:r>
              <a:rPr lang="en-IE" sz="2400" dirty="0"/>
              <a:t>Organization multicast addresses begin with </a:t>
            </a:r>
            <a:r>
              <a:rPr lang="en-IE" sz="2400" dirty="0">
                <a:solidFill>
                  <a:schemeClr val="tx2"/>
                </a:solidFill>
              </a:rPr>
              <a:t>FF08 or FF18</a:t>
            </a:r>
            <a:r>
              <a:rPr lang="en-IE" sz="2400" dirty="0"/>
              <a:t>, depending on whether the multicast address is a well known permanently assigned address or a transient address.</a:t>
            </a:r>
          </a:p>
        </p:txBody>
      </p:sp>
    </p:spTree>
    <p:extLst>
      <p:ext uri="{BB962C8B-B14F-4D97-AF65-F5344CB8AC3E}">
        <p14:creationId xmlns:p14="http://schemas.microsoft.com/office/powerpoint/2010/main" val="369807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noAutofit/>
          </a:bodyPr>
          <a:lstStyle/>
          <a:p>
            <a:r>
              <a:rPr lang="en-IE" i="1" dirty="0"/>
              <a:t>Address Types</a:t>
            </a:r>
            <a:endParaRPr lang="en-US" altLang="en-US" dirty="0"/>
          </a:p>
        </p:txBody>
      </p:sp>
      <p:sp>
        <p:nvSpPr>
          <p:cNvPr id="16387" name="Rectangle 3"/>
          <p:cNvSpPr>
            <a:spLocks noGrp="1" noChangeArrowheads="1"/>
          </p:cNvSpPr>
          <p:nvPr>
            <p:ph type="body" idx="1"/>
          </p:nvPr>
        </p:nvSpPr>
        <p:spPr>
          <a:xfrm>
            <a:off x="76200" y="914400"/>
            <a:ext cx="8991600" cy="5943600"/>
          </a:xfrm>
        </p:spPr>
        <p:txBody>
          <a:bodyPr>
            <a:normAutofit fontScale="92500" lnSpcReduction="20000"/>
          </a:bodyPr>
          <a:lstStyle/>
          <a:p>
            <a:r>
              <a:rPr lang="en-IE" sz="2400" dirty="0"/>
              <a:t>The </a:t>
            </a:r>
            <a:r>
              <a:rPr lang="en-IE" sz="2400" dirty="0" err="1">
                <a:solidFill>
                  <a:schemeClr val="tx2"/>
                </a:solidFill>
              </a:rPr>
              <a:t>isMCSiteLocal</a:t>
            </a:r>
            <a:r>
              <a:rPr lang="en-IE" sz="2400" dirty="0"/>
              <a:t>() method returns true if the address is a site-wide multicast address, false otherwise. </a:t>
            </a:r>
            <a:r>
              <a:rPr lang="en-IE" sz="2400" dirty="0">
                <a:solidFill>
                  <a:schemeClr val="tx2"/>
                </a:solidFill>
              </a:rPr>
              <a:t>Packets addressed to a site-wide address will only be transmitted within their local site. </a:t>
            </a:r>
            <a:r>
              <a:rPr lang="en-IE" sz="2400" dirty="0"/>
              <a:t>Site-wide multicast addresses begin with </a:t>
            </a:r>
            <a:r>
              <a:rPr lang="en-IE" sz="2400" dirty="0">
                <a:solidFill>
                  <a:schemeClr val="tx2"/>
                </a:solidFill>
              </a:rPr>
              <a:t>FF05 or FF15</a:t>
            </a:r>
            <a:r>
              <a:rPr lang="en-IE" sz="2400" dirty="0"/>
              <a:t>, depending on whether the multicast address is a well known permanently assigned address or a transient address.</a:t>
            </a:r>
          </a:p>
          <a:p>
            <a:r>
              <a:rPr lang="en-IE" sz="2400" dirty="0"/>
              <a:t>The </a:t>
            </a:r>
            <a:r>
              <a:rPr lang="en-IE" sz="2400" dirty="0" err="1">
                <a:solidFill>
                  <a:schemeClr val="tx2"/>
                </a:solidFill>
              </a:rPr>
              <a:t>isMCLinkLocal</a:t>
            </a:r>
            <a:r>
              <a:rPr lang="en-IE" sz="2400" dirty="0"/>
              <a:t>() method returns true if the address is a subnet-wide multicast address, false otherwise. </a:t>
            </a:r>
            <a:r>
              <a:rPr lang="en-IE" sz="2400" dirty="0">
                <a:solidFill>
                  <a:schemeClr val="tx2"/>
                </a:solidFill>
              </a:rPr>
              <a:t>Packets addressed to a link-local address will only be transmitted within their own subnet.</a:t>
            </a:r>
            <a:r>
              <a:rPr lang="en-IE" sz="2400" dirty="0"/>
              <a:t> Link-local multicast addresses begin with FF02 or FF12, depending on whether the multicast address is a well known permanently assigned address or a transient address.</a:t>
            </a:r>
          </a:p>
          <a:p>
            <a:r>
              <a:rPr lang="en-IE" sz="2400" dirty="0"/>
              <a:t>The </a:t>
            </a:r>
            <a:r>
              <a:rPr lang="en-IE" sz="2400" dirty="0" err="1">
                <a:solidFill>
                  <a:schemeClr val="tx2"/>
                </a:solidFill>
              </a:rPr>
              <a:t>isMCNodeLocal</a:t>
            </a:r>
            <a:r>
              <a:rPr lang="en-IE" sz="2400" dirty="0"/>
              <a:t>() method returns true if the address is an interface-local multicast address, false otherwise. </a:t>
            </a:r>
            <a:r>
              <a:rPr lang="en-IE" sz="2400" dirty="0">
                <a:solidFill>
                  <a:schemeClr val="tx2"/>
                </a:solidFill>
              </a:rPr>
              <a:t>Packets addressed to an interface-local address are not sent beyond the network interface from which they originate, not even to a different network interface on the same node. </a:t>
            </a:r>
            <a:r>
              <a:rPr lang="en-IE" sz="2400" dirty="0"/>
              <a:t>This is primarily useful for network debugging and testing.</a:t>
            </a:r>
          </a:p>
          <a:p>
            <a:r>
              <a:rPr lang="en-IE" sz="2400" dirty="0"/>
              <a:t>Interface-local multicast addresses begin with the two bytes </a:t>
            </a:r>
            <a:r>
              <a:rPr lang="en-IE" sz="2400" dirty="0">
                <a:solidFill>
                  <a:schemeClr val="tx2"/>
                </a:solidFill>
              </a:rPr>
              <a:t>FF01 or FF11</a:t>
            </a:r>
            <a:r>
              <a:rPr lang="en-IE" sz="2400" dirty="0"/>
              <a:t>, depending on whether the multicast address is a well known permanently assigned address or a transient address.</a:t>
            </a:r>
          </a:p>
        </p:txBody>
      </p:sp>
    </p:spTree>
    <p:extLst>
      <p:ext uri="{BB962C8B-B14F-4D97-AF65-F5344CB8AC3E}">
        <p14:creationId xmlns:p14="http://schemas.microsoft.com/office/powerpoint/2010/main" val="746092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0"/>
            <a:ext cx="9144000" cy="868362"/>
          </a:xfrm>
        </p:spPr>
        <p:txBody>
          <a:bodyPr>
            <a:noAutofit/>
          </a:bodyPr>
          <a:lstStyle/>
          <a:p>
            <a:r>
              <a:rPr lang="en-IE" sz="3200" i="1" dirty="0"/>
              <a:t>Example. Testing the characteristics of an IP address</a:t>
            </a:r>
            <a:endParaRPr lang="en-US" altLang="en-US" sz="3200" dirty="0"/>
          </a:p>
        </p:txBody>
      </p:sp>
      <p:sp>
        <p:nvSpPr>
          <p:cNvPr id="16387" name="Rectangle 3"/>
          <p:cNvSpPr>
            <a:spLocks noGrp="1" noChangeArrowheads="1"/>
          </p:cNvSpPr>
          <p:nvPr>
            <p:ph type="body" idx="1"/>
          </p:nvPr>
        </p:nvSpPr>
        <p:spPr>
          <a:xfrm>
            <a:off x="76200" y="685800"/>
            <a:ext cx="8991600" cy="6172200"/>
          </a:xfrm>
        </p:spPr>
        <p:txBody>
          <a:bodyPr>
            <a:normAutofit fontScale="47500" lnSpcReduction="20000"/>
          </a:bodyPr>
          <a:lstStyle/>
          <a:p>
            <a:pPr marL="0" indent="0">
              <a:buNone/>
            </a:pPr>
            <a:r>
              <a:rPr lang="en-IE" sz="2400" b="1" dirty="0">
                <a:solidFill>
                  <a:srgbClr val="00669A"/>
                </a:solidFill>
                <a:latin typeface="UbuntuMono-Bold"/>
              </a:rPr>
              <a:t>import </a:t>
            </a:r>
            <a:r>
              <a:rPr lang="en-IE" sz="2400" b="1" dirty="0">
                <a:solidFill>
                  <a:srgbClr val="00CDFF"/>
                </a:solidFill>
                <a:latin typeface="UbuntuMono-Bold"/>
              </a:rPr>
              <a:t>java.net.*</a:t>
            </a:r>
            <a:r>
              <a:rPr lang="en-IE" sz="2400" b="1" dirty="0">
                <a:solidFill>
                  <a:srgbClr val="555555"/>
                </a:solidFill>
                <a:latin typeface="UbuntuMono-Regular"/>
              </a:rPr>
              <a:t>;</a:t>
            </a:r>
          </a:p>
          <a:p>
            <a:pPr marL="0" indent="0">
              <a:buNone/>
            </a:pPr>
            <a:r>
              <a:rPr lang="en-IE" sz="2400" b="1" dirty="0">
                <a:solidFill>
                  <a:srgbClr val="00669A"/>
                </a:solidFill>
                <a:latin typeface="UbuntuMono-Bold"/>
              </a:rPr>
              <a:t>public class </a:t>
            </a:r>
            <a:r>
              <a:rPr lang="en-IE" sz="2400" b="1" dirty="0" err="1">
                <a:solidFill>
                  <a:srgbClr val="00AB89"/>
                </a:solidFill>
                <a:latin typeface="UbuntuMono-Bold"/>
              </a:rPr>
              <a:t>IPCharacteristics</a:t>
            </a:r>
            <a:r>
              <a:rPr lang="en-IE" sz="2400" b="1" dirty="0">
                <a:solidFill>
                  <a:srgbClr val="00AB89"/>
                </a:solidFill>
                <a:latin typeface="UbuntuMono-Bold"/>
              </a:rPr>
              <a:t> </a:t>
            </a:r>
            <a:r>
              <a:rPr lang="en-IE" sz="2400" b="1" dirty="0">
                <a:solidFill>
                  <a:srgbClr val="555555"/>
                </a:solidFill>
                <a:latin typeface="UbuntuMono-Regular"/>
              </a:rPr>
              <a:t>{</a:t>
            </a:r>
          </a:p>
          <a:p>
            <a:pPr marL="0" indent="0">
              <a:buNone/>
            </a:pPr>
            <a:r>
              <a:rPr lang="en-IE" sz="2400" b="1" dirty="0">
                <a:solidFill>
                  <a:srgbClr val="00669A"/>
                </a:solidFill>
                <a:latin typeface="UbuntuMono-Bold"/>
              </a:rPr>
              <a:t>public static </a:t>
            </a:r>
            <a:r>
              <a:rPr lang="en-IE" sz="2400" b="1" dirty="0">
                <a:solidFill>
                  <a:srgbClr val="007789"/>
                </a:solidFill>
                <a:latin typeface="UbuntuMono-Bold"/>
              </a:rPr>
              <a:t>void </a:t>
            </a:r>
            <a:r>
              <a:rPr lang="en-IE" sz="2400" b="1" dirty="0">
                <a:solidFill>
                  <a:srgbClr val="CD00FF"/>
                </a:solidFill>
                <a:latin typeface="UbuntuMono-Regular"/>
              </a:rPr>
              <a:t>main</a:t>
            </a:r>
            <a:r>
              <a:rPr lang="en-IE" sz="2400" b="1" dirty="0">
                <a:solidFill>
                  <a:srgbClr val="555555"/>
                </a:solidFill>
                <a:latin typeface="UbuntuMono-Regular"/>
              </a:rPr>
              <a:t>(</a:t>
            </a:r>
            <a:r>
              <a:rPr lang="en-IE" sz="2400" b="1" dirty="0">
                <a:solidFill>
                  <a:srgbClr val="000089"/>
                </a:solidFill>
                <a:latin typeface="UbuntuMono-Regular"/>
              </a:rPr>
              <a:t>String</a:t>
            </a:r>
            <a:r>
              <a:rPr lang="en-IE" sz="2400" b="1" dirty="0">
                <a:solidFill>
                  <a:srgbClr val="555555"/>
                </a:solidFill>
                <a:latin typeface="UbuntuMono-Regular"/>
              </a:rPr>
              <a:t>[] </a:t>
            </a:r>
            <a:r>
              <a:rPr lang="en-IE" sz="2400" b="1" dirty="0" err="1">
                <a:solidFill>
                  <a:srgbClr val="000089"/>
                </a:solidFill>
                <a:latin typeface="UbuntuMono-Regular"/>
              </a:rPr>
              <a:t>args</a:t>
            </a:r>
            <a:r>
              <a:rPr lang="en-IE" sz="2400" b="1" dirty="0">
                <a:solidFill>
                  <a:srgbClr val="555555"/>
                </a:solidFill>
                <a:latin typeface="UbuntuMono-Regular"/>
              </a:rPr>
              <a:t>) {</a:t>
            </a:r>
          </a:p>
          <a:p>
            <a:pPr marL="0" indent="0">
              <a:buNone/>
            </a:pPr>
            <a:r>
              <a:rPr lang="en-IE" sz="2400" b="1" dirty="0">
                <a:solidFill>
                  <a:srgbClr val="00669A"/>
                </a:solidFill>
                <a:latin typeface="UbuntuMono-Bold"/>
              </a:rPr>
              <a:t>try </a:t>
            </a:r>
            <a:r>
              <a:rPr lang="en-IE" sz="2400" b="1" dirty="0">
                <a:solidFill>
                  <a:srgbClr val="555555"/>
                </a:solidFill>
                <a:latin typeface="UbuntuMono-Regular"/>
              </a:rPr>
              <a:t>{ </a:t>
            </a:r>
            <a:r>
              <a:rPr lang="en-IE" sz="2400" b="1" dirty="0" err="1">
                <a:solidFill>
                  <a:srgbClr val="000089"/>
                </a:solidFill>
                <a:latin typeface="UbuntuMono-Regular"/>
              </a:rPr>
              <a:t>InetAddress</a:t>
            </a:r>
            <a:r>
              <a:rPr lang="en-IE" sz="2400" b="1" dirty="0">
                <a:solidFill>
                  <a:srgbClr val="000089"/>
                </a:solidFill>
                <a:latin typeface="UbuntuMono-Regular"/>
              </a:rPr>
              <a:t> address </a:t>
            </a:r>
            <a:r>
              <a:rPr lang="en-IE" sz="2400" b="1" dirty="0">
                <a:solidFill>
                  <a:srgbClr val="555555"/>
                </a:solidFill>
                <a:latin typeface="UbuntuMono-Regular"/>
              </a:rPr>
              <a:t>= </a:t>
            </a:r>
            <a:r>
              <a:rPr lang="en-IE" sz="2400" b="1" dirty="0" err="1">
                <a:solidFill>
                  <a:srgbClr val="000089"/>
                </a:solidFill>
                <a:latin typeface="UbuntuMono-Regular"/>
              </a:rPr>
              <a:t>InetAddress</a:t>
            </a:r>
            <a:r>
              <a:rPr lang="en-IE" sz="2400" b="1" dirty="0" err="1">
                <a:solidFill>
                  <a:srgbClr val="555555"/>
                </a:solidFill>
                <a:latin typeface="UbuntuMono-Regular"/>
              </a:rPr>
              <a:t>.</a:t>
            </a:r>
            <a:r>
              <a:rPr lang="en-IE" sz="2400" b="1" dirty="0" err="1">
                <a:solidFill>
                  <a:srgbClr val="33009A"/>
                </a:solidFill>
                <a:latin typeface="UbuntuMono-Regular"/>
              </a:rPr>
              <a:t>getByName</a:t>
            </a:r>
            <a:r>
              <a:rPr lang="en-IE" sz="2400" b="1" dirty="0">
                <a:solidFill>
                  <a:srgbClr val="555555"/>
                </a:solidFill>
                <a:latin typeface="UbuntuMono-Regular"/>
              </a:rPr>
              <a:t>(</a:t>
            </a:r>
            <a:r>
              <a:rPr lang="en-IE" sz="2400" b="1" dirty="0" err="1">
                <a:solidFill>
                  <a:srgbClr val="000089"/>
                </a:solidFill>
                <a:latin typeface="UbuntuMono-Regular"/>
              </a:rPr>
              <a:t>args</a:t>
            </a:r>
            <a:r>
              <a:rPr lang="en-IE" sz="2400" b="1" dirty="0">
                <a:solidFill>
                  <a:srgbClr val="555555"/>
                </a:solidFill>
                <a:latin typeface="UbuntuMono-Regular"/>
              </a:rPr>
              <a:t>[</a:t>
            </a:r>
            <a:r>
              <a:rPr lang="en-IE" sz="2400" b="1" dirty="0">
                <a:solidFill>
                  <a:srgbClr val="FF6600"/>
                </a:solidFill>
                <a:latin typeface="UbuntuMono-Regular"/>
              </a:rPr>
              <a:t>0</a:t>
            </a:r>
            <a:r>
              <a:rPr lang="en-IE" sz="2400" b="1" dirty="0">
                <a:solidFill>
                  <a:srgbClr val="555555"/>
                </a:solidFill>
                <a:latin typeface="UbuntuMono-Regular"/>
              </a:rPr>
              <a:t>]);</a:t>
            </a:r>
          </a:p>
          <a:p>
            <a:pPr marL="0" indent="0">
              <a:buNone/>
            </a:pPr>
            <a:r>
              <a:rPr lang="en-IE" sz="2400" b="1" dirty="0">
                <a:solidFill>
                  <a:srgbClr val="00669A"/>
                </a:solidFill>
                <a:latin typeface="UbuntuMono-Bold"/>
              </a:rPr>
              <a:t>if </a:t>
            </a:r>
            <a:r>
              <a:rPr lang="en-IE" sz="2400" b="1" dirty="0">
                <a:solidFill>
                  <a:srgbClr val="555555"/>
                </a:solidFill>
                <a:latin typeface="UbuntuMono-Regular"/>
              </a:rPr>
              <a:t>(</a:t>
            </a:r>
            <a:r>
              <a:rPr lang="en-IE" sz="2400" b="1" dirty="0" err="1">
                <a:solidFill>
                  <a:srgbClr val="000089"/>
                </a:solidFill>
                <a:latin typeface="UbuntuMono-Regular"/>
              </a:rPr>
              <a:t>address</a:t>
            </a:r>
            <a:r>
              <a:rPr lang="en-IE" sz="2400" b="1" dirty="0" err="1">
                <a:solidFill>
                  <a:srgbClr val="555555"/>
                </a:solidFill>
                <a:latin typeface="UbuntuMono-Regular"/>
              </a:rPr>
              <a:t>.</a:t>
            </a:r>
            <a:r>
              <a:rPr lang="en-IE" sz="2400" b="1" dirty="0" err="1">
                <a:solidFill>
                  <a:srgbClr val="33009A"/>
                </a:solidFill>
                <a:latin typeface="UbuntuMono-Regular"/>
              </a:rPr>
              <a:t>isAnyLocalAddress</a:t>
            </a:r>
            <a:r>
              <a:rPr lang="en-IE" sz="2400" b="1" dirty="0">
                <a:solidFill>
                  <a:srgbClr val="555555"/>
                </a:solidFill>
                <a:latin typeface="UbuntuMono-Regular"/>
              </a:rPr>
              <a:t>()) {</a:t>
            </a:r>
          </a:p>
          <a:p>
            <a:pPr marL="0" indent="0">
              <a:buNone/>
            </a:pPr>
            <a:r>
              <a:rPr lang="en-IE" sz="2400" b="1" dirty="0">
                <a:solidFill>
                  <a:srgbClr val="000089"/>
                </a:solidFill>
                <a:latin typeface="UbuntuMono-Regular"/>
              </a:rPr>
              <a:t>	</a:t>
            </a:r>
            <a:r>
              <a:rPr lang="en-IE" sz="2400" b="1" dirty="0" err="1">
                <a:solidFill>
                  <a:srgbClr val="000089"/>
                </a:solidFill>
                <a:latin typeface="UbuntuMono-Regular"/>
              </a:rPr>
              <a:t>System</a:t>
            </a:r>
            <a:r>
              <a:rPr lang="en-IE" sz="2400" b="1" dirty="0" err="1">
                <a:solidFill>
                  <a:srgbClr val="555555"/>
                </a:solidFill>
                <a:latin typeface="UbuntuMono-Regular"/>
              </a:rPr>
              <a:t>.</a:t>
            </a:r>
            <a:r>
              <a:rPr lang="en-IE" sz="2400" b="1" dirty="0" err="1">
                <a:solidFill>
                  <a:srgbClr val="33009A"/>
                </a:solidFill>
                <a:latin typeface="UbuntuMono-Regular"/>
              </a:rPr>
              <a:t>out</a:t>
            </a:r>
            <a:r>
              <a:rPr lang="en-IE" sz="2400" b="1" dirty="0" err="1">
                <a:solidFill>
                  <a:srgbClr val="555555"/>
                </a:solidFill>
                <a:latin typeface="UbuntuMono-Regular"/>
              </a:rPr>
              <a:t>.</a:t>
            </a:r>
            <a:r>
              <a:rPr lang="en-IE" sz="2400" b="1" dirty="0" err="1">
                <a:solidFill>
                  <a:srgbClr val="33009A"/>
                </a:solidFill>
                <a:latin typeface="UbuntuMono-Regular"/>
              </a:rPr>
              <a:t>println</a:t>
            </a:r>
            <a:r>
              <a:rPr lang="en-IE" sz="2400" b="1" dirty="0">
                <a:solidFill>
                  <a:srgbClr val="555555"/>
                </a:solidFill>
                <a:latin typeface="UbuntuMono-Regular"/>
              </a:rPr>
              <a:t>(</a:t>
            </a:r>
            <a:r>
              <a:rPr lang="en-IE" sz="2400" b="1" dirty="0">
                <a:solidFill>
                  <a:srgbClr val="000089"/>
                </a:solidFill>
                <a:latin typeface="UbuntuMono-Regular"/>
              </a:rPr>
              <a:t>address </a:t>
            </a:r>
            <a:r>
              <a:rPr lang="en-IE" sz="2400" b="1" dirty="0">
                <a:solidFill>
                  <a:srgbClr val="555555"/>
                </a:solidFill>
                <a:latin typeface="UbuntuMono-Regular"/>
              </a:rPr>
              <a:t>+ </a:t>
            </a:r>
            <a:r>
              <a:rPr lang="en-IE" sz="2400" b="1" dirty="0">
                <a:solidFill>
                  <a:srgbClr val="CD3300"/>
                </a:solidFill>
                <a:latin typeface="UbuntuMono-Regular"/>
              </a:rPr>
              <a:t>" is a wildcard address."</a:t>
            </a:r>
            <a:r>
              <a:rPr lang="en-IE" sz="2400" b="1" dirty="0">
                <a:solidFill>
                  <a:srgbClr val="555555"/>
                </a:solidFill>
                <a:latin typeface="UbuntuMono-Regular"/>
              </a:rPr>
              <a:t>);</a:t>
            </a:r>
          </a:p>
          <a:p>
            <a:pPr marL="0" indent="0">
              <a:buNone/>
            </a:pPr>
            <a:r>
              <a:rPr lang="en-IE" sz="2400" b="1" dirty="0">
                <a:solidFill>
                  <a:srgbClr val="555555"/>
                </a:solidFill>
                <a:latin typeface="UbuntuMono-Regular"/>
              </a:rPr>
              <a:t>}</a:t>
            </a:r>
          </a:p>
          <a:p>
            <a:pPr marL="0" indent="0">
              <a:buNone/>
            </a:pPr>
            <a:r>
              <a:rPr lang="en-IE" sz="2400" b="1" dirty="0">
                <a:solidFill>
                  <a:srgbClr val="00669A"/>
                </a:solidFill>
                <a:latin typeface="UbuntuMono-Bold"/>
              </a:rPr>
              <a:t>if </a:t>
            </a:r>
            <a:r>
              <a:rPr lang="en-IE" sz="2400" b="1" dirty="0">
                <a:solidFill>
                  <a:srgbClr val="555555"/>
                </a:solidFill>
                <a:latin typeface="UbuntuMono-Regular"/>
              </a:rPr>
              <a:t>(</a:t>
            </a:r>
            <a:r>
              <a:rPr lang="en-IE" sz="2400" b="1" dirty="0" err="1">
                <a:solidFill>
                  <a:srgbClr val="000089"/>
                </a:solidFill>
                <a:latin typeface="UbuntuMono-Regular"/>
              </a:rPr>
              <a:t>address</a:t>
            </a:r>
            <a:r>
              <a:rPr lang="en-IE" sz="2400" b="1" dirty="0" err="1">
                <a:solidFill>
                  <a:srgbClr val="555555"/>
                </a:solidFill>
                <a:latin typeface="UbuntuMono-Regular"/>
              </a:rPr>
              <a:t>.</a:t>
            </a:r>
            <a:r>
              <a:rPr lang="en-IE" sz="2400" b="1" dirty="0" err="1">
                <a:solidFill>
                  <a:srgbClr val="33009A"/>
                </a:solidFill>
                <a:latin typeface="UbuntuMono-Regular"/>
              </a:rPr>
              <a:t>isLoopbackAddress</a:t>
            </a:r>
            <a:r>
              <a:rPr lang="en-IE" sz="2400" b="1" dirty="0">
                <a:solidFill>
                  <a:srgbClr val="555555"/>
                </a:solidFill>
                <a:latin typeface="UbuntuMono-Regular"/>
              </a:rPr>
              <a:t>()) {</a:t>
            </a:r>
          </a:p>
          <a:p>
            <a:pPr marL="0" indent="0">
              <a:buNone/>
            </a:pPr>
            <a:r>
              <a:rPr lang="en-IE" sz="2400" b="1" dirty="0">
                <a:solidFill>
                  <a:srgbClr val="000089"/>
                </a:solidFill>
                <a:latin typeface="UbuntuMono-Regular"/>
              </a:rPr>
              <a:t>	</a:t>
            </a:r>
            <a:r>
              <a:rPr lang="en-IE" sz="2400" b="1" dirty="0" err="1">
                <a:solidFill>
                  <a:srgbClr val="000089"/>
                </a:solidFill>
                <a:latin typeface="UbuntuMono-Regular"/>
              </a:rPr>
              <a:t>System</a:t>
            </a:r>
            <a:r>
              <a:rPr lang="en-IE" sz="2400" b="1" dirty="0" err="1">
                <a:solidFill>
                  <a:srgbClr val="555555"/>
                </a:solidFill>
                <a:latin typeface="UbuntuMono-Regular"/>
              </a:rPr>
              <a:t>.</a:t>
            </a:r>
            <a:r>
              <a:rPr lang="en-IE" sz="2400" b="1" dirty="0" err="1">
                <a:solidFill>
                  <a:srgbClr val="33009A"/>
                </a:solidFill>
                <a:latin typeface="UbuntuMono-Regular"/>
              </a:rPr>
              <a:t>out</a:t>
            </a:r>
            <a:r>
              <a:rPr lang="en-IE" sz="2400" b="1" dirty="0" err="1">
                <a:solidFill>
                  <a:srgbClr val="555555"/>
                </a:solidFill>
                <a:latin typeface="UbuntuMono-Regular"/>
              </a:rPr>
              <a:t>.</a:t>
            </a:r>
            <a:r>
              <a:rPr lang="en-IE" sz="2400" b="1" dirty="0" err="1">
                <a:solidFill>
                  <a:srgbClr val="33009A"/>
                </a:solidFill>
                <a:latin typeface="UbuntuMono-Regular"/>
              </a:rPr>
              <a:t>println</a:t>
            </a:r>
            <a:r>
              <a:rPr lang="en-IE" sz="2400" b="1" dirty="0">
                <a:solidFill>
                  <a:srgbClr val="555555"/>
                </a:solidFill>
                <a:latin typeface="UbuntuMono-Regular"/>
              </a:rPr>
              <a:t>(</a:t>
            </a:r>
            <a:r>
              <a:rPr lang="en-IE" sz="2400" b="1" dirty="0">
                <a:solidFill>
                  <a:srgbClr val="000089"/>
                </a:solidFill>
                <a:latin typeface="UbuntuMono-Regular"/>
              </a:rPr>
              <a:t>address </a:t>
            </a:r>
            <a:r>
              <a:rPr lang="en-IE" sz="2400" b="1" dirty="0">
                <a:solidFill>
                  <a:srgbClr val="555555"/>
                </a:solidFill>
                <a:latin typeface="UbuntuMono-Regular"/>
              </a:rPr>
              <a:t>+ </a:t>
            </a:r>
            <a:r>
              <a:rPr lang="en-IE" sz="2400" b="1" dirty="0">
                <a:solidFill>
                  <a:srgbClr val="CD3300"/>
                </a:solidFill>
                <a:latin typeface="UbuntuMono-Regular"/>
              </a:rPr>
              <a:t>" is loopback address."</a:t>
            </a:r>
            <a:r>
              <a:rPr lang="en-IE" sz="2400" b="1" dirty="0">
                <a:solidFill>
                  <a:srgbClr val="555555"/>
                </a:solidFill>
                <a:latin typeface="UbuntuMono-Regular"/>
              </a:rPr>
              <a:t>);</a:t>
            </a:r>
          </a:p>
          <a:p>
            <a:pPr marL="0" indent="0">
              <a:buNone/>
            </a:pPr>
            <a:r>
              <a:rPr lang="en-IE" sz="2400" b="1" dirty="0">
                <a:solidFill>
                  <a:srgbClr val="555555"/>
                </a:solidFill>
                <a:latin typeface="UbuntuMono-Regular"/>
              </a:rPr>
              <a:t>}</a:t>
            </a:r>
          </a:p>
          <a:p>
            <a:pPr marL="0" indent="0">
              <a:buNone/>
            </a:pPr>
            <a:r>
              <a:rPr lang="en-IE" sz="2400" b="1" dirty="0">
                <a:solidFill>
                  <a:srgbClr val="00669A"/>
                </a:solidFill>
                <a:latin typeface="UbuntuMono-Bold"/>
              </a:rPr>
              <a:t>if </a:t>
            </a:r>
            <a:r>
              <a:rPr lang="en-IE" sz="2400" b="1" dirty="0">
                <a:solidFill>
                  <a:srgbClr val="555555"/>
                </a:solidFill>
                <a:latin typeface="UbuntuMono-Regular"/>
              </a:rPr>
              <a:t>(</a:t>
            </a:r>
            <a:r>
              <a:rPr lang="en-IE" sz="2400" b="1" dirty="0" err="1">
                <a:solidFill>
                  <a:srgbClr val="000089"/>
                </a:solidFill>
                <a:latin typeface="UbuntuMono-Regular"/>
              </a:rPr>
              <a:t>address</a:t>
            </a:r>
            <a:r>
              <a:rPr lang="en-IE" sz="2400" b="1" dirty="0" err="1">
                <a:solidFill>
                  <a:srgbClr val="555555"/>
                </a:solidFill>
                <a:latin typeface="UbuntuMono-Regular"/>
              </a:rPr>
              <a:t>.</a:t>
            </a:r>
            <a:r>
              <a:rPr lang="en-IE" sz="2400" b="1" dirty="0" err="1">
                <a:solidFill>
                  <a:srgbClr val="33009A"/>
                </a:solidFill>
                <a:latin typeface="UbuntuMono-Regular"/>
              </a:rPr>
              <a:t>isLinkLocalAddress</a:t>
            </a:r>
            <a:r>
              <a:rPr lang="en-IE" sz="2400" b="1" dirty="0">
                <a:solidFill>
                  <a:srgbClr val="555555"/>
                </a:solidFill>
                <a:latin typeface="UbuntuMono-Regular"/>
              </a:rPr>
              <a:t>()) {</a:t>
            </a:r>
          </a:p>
          <a:p>
            <a:pPr marL="0" indent="0">
              <a:buNone/>
            </a:pPr>
            <a:r>
              <a:rPr lang="en-IE" sz="2400" b="1" dirty="0">
                <a:solidFill>
                  <a:srgbClr val="000089"/>
                </a:solidFill>
                <a:latin typeface="UbuntuMono-Regular"/>
              </a:rPr>
              <a:t>	</a:t>
            </a:r>
            <a:r>
              <a:rPr lang="en-IE" sz="2400" b="1" dirty="0" err="1">
                <a:solidFill>
                  <a:srgbClr val="000089"/>
                </a:solidFill>
                <a:latin typeface="UbuntuMono-Regular"/>
              </a:rPr>
              <a:t>System</a:t>
            </a:r>
            <a:r>
              <a:rPr lang="en-IE" sz="2400" b="1" dirty="0" err="1">
                <a:solidFill>
                  <a:srgbClr val="555555"/>
                </a:solidFill>
                <a:latin typeface="UbuntuMono-Regular"/>
              </a:rPr>
              <a:t>.</a:t>
            </a:r>
            <a:r>
              <a:rPr lang="en-IE" sz="2400" b="1" dirty="0" err="1">
                <a:solidFill>
                  <a:srgbClr val="33009A"/>
                </a:solidFill>
                <a:latin typeface="UbuntuMono-Regular"/>
              </a:rPr>
              <a:t>out</a:t>
            </a:r>
            <a:r>
              <a:rPr lang="en-IE" sz="2400" b="1" dirty="0" err="1">
                <a:solidFill>
                  <a:srgbClr val="555555"/>
                </a:solidFill>
                <a:latin typeface="UbuntuMono-Regular"/>
              </a:rPr>
              <a:t>.</a:t>
            </a:r>
            <a:r>
              <a:rPr lang="en-IE" sz="2400" b="1" dirty="0" err="1">
                <a:solidFill>
                  <a:srgbClr val="33009A"/>
                </a:solidFill>
                <a:latin typeface="UbuntuMono-Regular"/>
              </a:rPr>
              <a:t>println</a:t>
            </a:r>
            <a:r>
              <a:rPr lang="en-IE" sz="2400" b="1" dirty="0">
                <a:solidFill>
                  <a:srgbClr val="555555"/>
                </a:solidFill>
                <a:latin typeface="UbuntuMono-Regular"/>
              </a:rPr>
              <a:t>(</a:t>
            </a:r>
            <a:r>
              <a:rPr lang="en-IE" sz="2400" b="1" dirty="0">
                <a:solidFill>
                  <a:srgbClr val="000089"/>
                </a:solidFill>
                <a:latin typeface="UbuntuMono-Regular"/>
              </a:rPr>
              <a:t>address </a:t>
            </a:r>
            <a:r>
              <a:rPr lang="en-IE" sz="2400" b="1" dirty="0">
                <a:solidFill>
                  <a:srgbClr val="555555"/>
                </a:solidFill>
                <a:latin typeface="UbuntuMono-Regular"/>
              </a:rPr>
              <a:t>+ </a:t>
            </a:r>
            <a:r>
              <a:rPr lang="en-IE" sz="2400" b="1" dirty="0">
                <a:solidFill>
                  <a:srgbClr val="CD3300"/>
                </a:solidFill>
                <a:latin typeface="UbuntuMono-Regular"/>
              </a:rPr>
              <a:t>" is a link-local address."</a:t>
            </a:r>
            <a:r>
              <a:rPr lang="en-IE" sz="2400" b="1" dirty="0">
                <a:solidFill>
                  <a:srgbClr val="555555"/>
                </a:solidFill>
                <a:latin typeface="UbuntuMono-Regular"/>
              </a:rPr>
              <a:t>);</a:t>
            </a:r>
          </a:p>
          <a:p>
            <a:pPr marL="0" indent="0">
              <a:buNone/>
            </a:pPr>
            <a:r>
              <a:rPr lang="en-IE" sz="2400" b="1" dirty="0">
                <a:solidFill>
                  <a:srgbClr val="555555"/>
                </a:solidFill>
                <a:latin typeface="UbuntuMono-Regular"/>
              </a:rPr>
              <a:t>} </a:t>
            </a:r>
            <a:r>
              <a:rPr lang="en-IE" sz="2400" b="1" dirty="0">
                <a:solidFill>
                  <a:srgbClr val="00669A"/>
                </a:solidFill>
                <a:latin typeface="UbuntuMono-Bold"/>
              </a:rPr>
              <a:t>else if </a:t>
            </a:r>
            <a:r>
              <a:rPr lang="en-IE" sz="2400" b="1" dirty="0">
                <a:solidFill>
                  <a:srgbClr val="555555"/>
                </a:solidFill>
                <a:latin typeface="UbuntuMono-Regular"/>
              </a:rPr>
              <a:t>(</a:t>
            </a:r>
            <a:r>
              <a:rPr lang="en-IE" sz="2400" b="1" dirty="0" err="1">
                <a:solidFill>
                  <a:srgbClr val="000089"/>
                </a:solidFill>
                <a:latin typeface="UbuntuMono-Regular"/>
              </a:rPr>
              <a:t>address</a:t>
            </a:r>
            <a:r>
              <a:rPr lang="en-IE" sz="2400" b="1" dirty="0" err="1">
                <a:solidFill>
                  <a:srgbClr val="555555"/>
                </a:solidFill>
                <a:latin typeface="UbuntuMono-Regular"/>
              </a:rPr>
              <a:t>.</a:t>
            </a:r>
            <a:r>
              <a:rPr lang="en-IE" sz="2400" b="1" dirty="0" err="1">
                <a:solidFill>
                  <a:srgbClr val="33009A"/>
                </a:solidFill>
                <a:latin typeface="UbuntuMono-Regular"/>
              </a:rPr>
              <a:t>isSiteLocalAddress</a:t>
            </a:r>
            <a:r>
              <a:rPr lang="en-IE" sz="2400" b="1" dirty="0">
                <a:solidFill>
                  <a:srgbClr val="555555"/>
                </a:solidFill>
                <a:latin typeface="UbuntuMono-Regular"/>
              </a:rPr>
              <a:t>()) {</a:t>
            </a:r>
          </a:p>
          <a:p>
            <a:pPr marL="0" indent="0">
              <a:buNone/>
            </a:pPr>
            <a:r>
              <a:rPr lang="en-IE" sz="2400" b="1" dirty="0">
                <a:solidFill>
                  <a:srgbClr val="000089"/>
                </a:solidFill>
                <a:latin typeface="UbuntuMono-Regular"/>
              </a:rPr>
              <a:t>	</a:t>
            </a:r>
            <a:r>
              <a:rPr lang="en-IE" sz="2400" b="1" dirty="0" err="1">
                <a:solidFill>
                  <a:srgbClr val="000089"/>
                </a:solidFill>
                <a:latin typeface="UbuntuMono-Regular"/>
              </a:rPr>
              <a:t>System</a:t>
            </a:r>
            <a:r>
              <a:rPr lang="en-IE" sz="2400" b="1" dirty="0" err="1">
                <a:solidFill>
                  <a:srgbClr val="555555"/>
                </a:solidFill>
                <a:latin typeface="UbuntuMono-Regular"/>
              </a:rPr>
              <a:t>.</a:t>
            </a:r>
            <a:r>
              <a:rPr lang="en-IE" sz="2400" b="1" dirty="0" err="1">
                <a:solidFill>
                  <a:srgbClr val="33009A"/>
                </a:solidFill>
                <a:latin typeface="UbuntuMono-Regular"/>
              </a:rPr>
              <a:t>out</a:t>
            </a:r>
            <a:r>
              <a:rPr lang="en-IE" sz="2400" b="1" dirty="0" err="1">
                <a:solidFill>
                  <a:srgbClr val="555555"/>
                </a:solidFill>
                <a:latin typeface="UbuntuMono-Regular"/>
              </a:rPr>
              <a:t>.</a:t>
            </a:r>
            <a:r>
              <a:rPr lang="en-IE" sz="2400" b="1" dirty="0" err="1">
                <a:solidFill>
                  <a:srgbClr val="33009A"/>
                </a:solidFill>
                <a:latin typeface="UbuntuMono-Regular"/>
              </a:rPr>
              <a:t>println</a:t>
            </a:r>
            <a:r>
              <a:rPr lang="en-IE" sz="2400" b="1" dirty="0">
                <a:solidFill>
                  <a:srgbClr val="555555"/>
                </a:solidFill>
                <a:latin typeface="UbuntuMono-Regular"/>
              </a:rPr>
              <a:t>(</a:t>
            </a:r>
            <a:r>
              <a:rPr lang="en-IE" sz="2400" b="1" dirty="0">
                <a:solidFill>
                  <a:srgbClr val="000089"/>
                </a:solidFill>
                <a:latin typeface="UbuntuMono-Regular"/>
              </a:rPr>
              <a:t>address </a:t>
            </a:r>
            <a:r>
              <a:rPr lang="en-IE" sz="2400" b="1" dirty="0">
                <a:solidFill>
                  <a:srgbClr val="555555"/>
                </a:solidFill>
                <a:latin typeface="UbuntuMono-Regular"/>
              </a:rPr>
              <a:t>+ </a:t>
            </a:r>
            <a:r>
              <a:rPr lang="en-IE" sz="2400" b="1" dirty="0">
                <a:solidFill>
                  <a:srgbClr val="CD3300"/>
                </a:solidFill>
                <a:latin typeface="UbuntuMono-Regular"/>
              </a:rPr>
              <a:t>" is a site-local address."</a:t>
            </a:r>
            <a:r>
              <a:rPr lang="en-IE" sz="2400" b="1" dirty="0">
                <a:solidFill>
                  <a:srgbClr val="555555"/>
                </a:solidFill>
                <a:latin typeface="UbuntuMono-Regular"/>
              </a:rPr>
              <a:t>);</a:t>
            </a:r>
          </a:p>
          <a:p>
            <a:pPr marL="0" indent="0">
              <a:buNone/>
            </a:pPr>
            <a:r>
              <a:rPr lang="en-IE" sz="2400" b="1" dirty="0">
                <a:solidFill>
                  <a:srgbClr val="555555"/>
                </a:solidFill>
                <a:latin typeface="UbuntuMono-Regular"/>
              </a:rPr>
              <a:t>} </a:t>
            </a:r>
            <a:r>
              <a:rPr lang="en-IE" sz="2400" b="1" dirty="0">
                <a:solidFill>
                  <a:srgbClr val="00669A"/>
                </a:solidFill>
                <a:latin typeface="UbuntuMono-Bold"/>
              </a:rPr>
              <a:t>else </a:t>
            </a:r>
            <a:r>
              <a:rPr lang="en-IE" sz="2400" b="1" dirty="0">
                <a:solidFill>
                  <a:srgbClr val="555555"/>
                </a:solidFill>
                <a:latin typeface="UbuntuMono-Regular"/>
              </a:rPr>
              <a:t>{</a:t>
            </a:r>
          </a:p>
          <a:p>
            <a:pPr marL="0" indent="0">
              <a:buNone/>
            </a:pPr>
            <a:r>
              <a:rPr lang="en-IE" sz="2400" b="1" dirty="0">
                <a:solidFill>
                  <a:srgbClr val="000089"/>
                </a:solidFill>
                <a:latin typeface="UbuntuMono-Regular"/>
              </a:rPr>
              <a:t>	</a:t>
            </a:r>
            <a:r>
              <a:rPr lang="en-IE" sz="2400" b="1" dirty="0" err="1">
                <a:solidFill>
                  <a:srgbClr val="000089"/>
                </a:solidFill>
                <a:latin typeface="UbuntuMono-Regular"/>
              </a:rPr>
              <a:t>System</a:t>
            </a:r>
            <a:r>
              <a:rPr lang="en-IE" sz="2400" b="1" dirty="0" err="1">
                <a:solidFill>
                  <a:srgbClr val="555555"/>
                </a:solidFill>
                <a:latin typeface="UbuntuMono-Regular"/>
              </a:rPr>
              <a:t>.</a:t>
            </a:r>
            <a:r>
              <a:rPr lang="en-IE" sz="2400" b="1" dirty="0" err="1">
                <a:solidFill>
                  <a:srgbClr val="33009A"/>
                </a:solidFill>
                <a:latin typeface="UbuntuMono-Regular"/>
              </a:rPr>
              <a:t>out</a:t>
            </a:r>
            <a:r>
              <a:rPr lang="en-IE" sz="2400" b="1" dirty="0" err="1">
                <a:solidFill>
                  <a:srgbClr val="555555"/>
                </a:solidFill>
                <a:latin typeface="UbuntuMono-Regular"/>
              </a:rPr>
              <a:t>.</a:t>
            </a:r>
            <a:r>
              <a:rPr lang="en-IE" sz="2400" b="1" dirty="0" err="1">
                <a:solidFill>
                  <a:srgbClr val="33009A"/>
                </a:solidFill>
                <a:latin typeface="UbuntuMono-Regular"/>
              </a:rPr>
              <a:t>println</a:t>
            </a:r>
            <a:r>
              <a:rPr lang="en-IE" sz="2400" b="1" dirty="0">
                <a:solidFill>
                  <a:srgbClr val="555555"/>
                </a:solidFill>
                <a:latin typeface="UbuntuMono-Regular"/>
              </a:rPr>
              <a:t>(</a:t>
            </a:r>
            <a:r>
              <a:rPr lang="en-IE" sz="2400" b="1" dirty="0">
                <a:solidFill>
                  <a:srgbClr val="000089"/>
                </a:solidFill>
                <a:latin typeface="UbuntuMono-Regular"/>
              </a:rPr>
              <a:t>address </a:t>
            </a:r>
            <a:r>
              <a:rPr lang="en-IE" sz="2400" b="1" dirty="0">
                <a:solidFill>
                  <a:srgbClr val="555555"/>
                </a:solidFill>
                <a:latin typeface="UbuntuMono-Regular"/>
              </a:rPr>
              <a:t>+ </a:t>
            </a:r>
            <a:r>
              <a:rPr lang="en-IE" sz="2400" b="1" dirty="0">
                <a:solidFill>
                  <a:srgbClr val="CD3300"/>
                </a:solidFill>
                <a:latin typeface="UbuntuMono-Regular"/>
              </a:rPr>
              <a:t>" is a global address."</a:t>
            </a:r>
            <a:r>
              <a:rPr lang="en-IE" sz="2400" b="1" dirty="0">
                <a:solidFill>
                  <a:srgbClr val="555555"/>
                </a:solidFill>
                <a:latin typeface="UbuntuMono-Regular"/>
              </a:rPr>
              <a:t>);}</a:t>
            </a:r>
          </a:p>
          <a:p>
            <a:pPr marL="0" indent="0">
              <a:buNone/>
            </a:pPr>
            <a:r>
              <a:rPr lang="en-IE" sz="2400" b="1" dirty="0">
                <a:solidFill>
                  <a:srgbClr val="00669A"/>
                </a:solidFill>
                <a:latin typeface="UbuntuMono-Bold"/>
              </a:rPr>
              <a:t>if </a:t>
            </a:r>
            <a:r>
              <a:rPr lang="en-IE" sz="2400" b="1" dirty="0">
                <a:solidFill>
                  <a:srgbClr val="555555"/>
                </a:solidFill>
                <a:latin typeface="UbuntuMono-Regular"/>
              </a:rPr>
              <a:t>(</a:t>
            </a:r>
            <a:r>
              <a:rPr lang="en-IE" sz="2400" b="1" dirty="0" err="1">
                <a:solidFill>
                  <a:srgbClr val="000089"/>
                </a:solidFill>
                <a:latin typeface="UbuntuMono-Regular"/>
              </a:rPr>
              <a:t>address</a:t>
            </a:r>
            <a:r>
              <a:rPr lang="en-IE" sz="2400" b="1" dirty="0" err="1">
                <a:solidFill>
                  <a:srgbClr val="555555"/>
                </a:solidFill>
                <a:latin typeface="UbuntuMono-Regular"/>
              </a:rPr>
              <a:t>.</a:t>
            </a:r>
            <a:r>
              <a:rPr lang="en-IE" sz="2400" b="1" dirty="0" err="1">
                <a:solidFill>
                  <a:srgbClr val="33009A"/>
                </a:solidFill>
                <a:latin typeface="UbuntuMono-Regular"/>
              </a:rPr>
              <a:t>isMulticastAddress</a:t>
            </a:r>
            <a:r>
              <a:rPr lang="en-IE" sz="2400" b="1" dirty="0">
                <a:solidFill>
                  <a:srgbClr val="555555"/>
                </a:solidFill>
                <a:latin typeface="UbuntuMono-Regular"/>
              </a:rPr>
              <a:t>()) {</a:t>
            </a:r>
          </a:p>
          <a:p>
            <a:pPr marL="0" indent="0">
              <a:buNone/>
            </a:pPr>
            <a:r>
              <a:rPr lang="en-IE" sz="2400" b="1" dirty="0">
                <a:solidFill>
                  <a:srgbClr val="00669A"/>
                </a:solidFill>
                <a:latin typeface="UbuntuMono-Bold"/>
              </a:rPr>
              <a:t>if </a:t>
            </a:r>
            <a:r>
              <a:rPr lang="en-IE" sz="2400" b="1" dirty="0">
                <a:solidFill>
                  <a:srgbClr val="555555"/>
                </a:solidFill>
                <a:latin typeface="UbuntuMono-Regular"/>
              </a:rPr>
              <a:t>(</a:t>
            </a:r>
            <a:r>
              <a:rPr lang="en-IE" sz="2400" b="1" dirty="0" err="1">
                <a:solidFill>
                  <a:srgbClr val="000089"/>
                </a:solidFill>
                <a:latin typeface="UbuntuMono-Regular"/>
              </a:rPr>
              <a:t>address</a:t>
            </a:r>
            <a:r>
              <a:rPr lang="en-IE" sz="2400" b="1" dirty="0" err="1">
                <a:solidFill>
                  <a:srgbClr val="555555"/>
                </a:solidFill>
                <a:latin typeface="UbuntuMono-Regular"/>
              </a:rPr>
              <a:t>.</a:t>
            </a:r>
            <a:r>
              <a:rPr lang="en-IE" sz="2400" b="1" dirty="0" err="1">
                <a:solidFill>
                  <a:srgbClr val="33009A"/>
                </a:solidFill>
                <a:latin typeface="UbuntuMono-Regular"/>
              </a:rPr>
              <a:t>isMCGlobal</a:t>
            </a:r>
            <a:r>
              <a:rPr lang="en-IE" sz="2400" b="1" dirty="0">
                <a:solidFill>
                  <a:srgbClr val="555555"/>
                </a:solidFill>
                <a:latin typeface="UbuntuMono-Regular"/>
              </a:rPr>
              <a:t>()) {</a:t>
            </a:r>
          </a:p>
          <a:p>
            <a:pPr marL="0" indent="0">
              <a:buNone/>
            </a:pPr>
            <a:r>
              <a:rPr lang="en-IE" sz="2400" b="1" dirty="0">
                <a:solidFill>
                  <a:srgbClr val="000089"/>
                </a:solidFill>
                <a:latin typeface="UbuntuMono-Regular"/>
              </a:rPr>
              <a:t>	</a:t>
            </a:r>
            <a:r>
              <a:rPr lang="en-IE" sz="2400" b="1" dirty="0" err="1">
                <a:solidFill>
                  <a:srgbClr val="000089"/>
                </a:solidFill>
                <a:latin typeface="UbuntuMono-Regular"/>
              </a:rPr>
              <a:t>System</a:t>
            </a:r>
            <a:r>
              <a:rPr lang="en-IE" sz="2400" b="1" dirty="0" err="1">
                <a:solidFill>
                  <a:srgbClr val="555555"/>
                </a:solidFill>
                <a:latin typeface="UbuntuMono-Regular"/>
              </a:rPr>
              <a:t>.</a:t>
            </a:r>
            <a:r>
              <a:rPr lang="en-IE" sz="2400" b="1" dirty="0" err="1">
                <a:solidFill>
                  <a:srgbClr val="33009A"/>
                </a:solidFill>
                <a:latin typeface="UbuntuMono-Regular"/>
              </a:rPr>
              <a:t>out</a:t>
            </a:r>
            <a:r>
              <a:rPr lang="en-IE" sz="2400" b="1" dirty="0" err="1">
                <a:solidFill>
                  <a:srgbClr val="555555"/>
                </a:solidFill>
                <a:latin typeface="UbuntuMono-Regular"/>
              </a:rPr>
              <a:t>.</a:t>
            </a:r>
            <a:r>
              <a:rPr lang="en-IE" sz="2400" b="1" dirty="0" err="1">
                <a:solidFill>
                  <a:srgbClr val="33009A"/>
                </a:solidFill>
                <a:latin typeface="UbuntuMono-Regular"/>
              </a:rPr>
              <a:t>println</a:t>
            </a:r>
            <a:r>
              <a:rPr lang="en-IE" sz="2400" b="1" dirty="0">
                <a:solidFill>
                  <a:srgbClr val="555555"/>
                </a:solidFill>
                <a:latin typeface="UbuntuMono-Regular"/>
              </a:rPr>
              <a:t>(</a:t>
            </a:r>
            <a:r>
              <a:rPr lang="en-IE" sz="2400" b="1" dirty="0">
                <a:solidFill>
                  <a:srgbClr val="000089"/>
                </a:solidFill>
                <a:latin typeface="UbuntuMono-Regular"/>
              </a:rPr>
              <a:t>address </a:t>
            </a:r>
            <a:r>
              <a:rPr lang="en-IE" sz="2400" b="1" dirty="0">
                <a:solidFill>
                  <a:srgbClr val="555555"/>
                </a:solidFill>
                <a:latin typeface="UbuntuMono-Regular"/>
              </a:rPr>
              <a:t>+ </a:t>
            </a:r>
            <a:r>
              <a:rPr lang="en-IE" sz="2400" b="1" dirty="0">
                <a:solidFill>
                  <a:srgbClr val="CD3300"/>
                </a:solidFill>
                <a:latin typeface="UbuntuMono-Regular"/>
              </a:rPr>
              <a:t>" is a global multicast address."</a:t>
            </a:r>
            <a:r>
              <a:rPr lang="en-IE" sz="2400" b="1" dirty="0">
                <a:solidFill>
                  <a:srgbClr val="555555"/>
                </a:solidFill>
                <a:latin typeface="UbuntuMono-Regular"/>
              </a:rPr>
              <a:t>);</a:t>
            </a:r>
          </a:p>
          <a:p>
            <a:pPr marL="0" indent="0">
              <a:buNone/>
            </a:pPr>
            <a:r>
              <a:rPr lang="en-IE" sz="2400" b="1" dirty="0">
                <a:solidFill>
                  <a:srgbClr val="555555"/>
                </a:solidFill>
                <a:latin typeface="UbuntuMono-Regular"/>
              </a:rPr>
              <a:t>} </a:t>
            </a:r>
            <a:r>
              <a:rPr lang="en-IE" sz="2400" b="1" dirty="0">
                <a:solidFill>
                  <a:srgbClr val="00669A"/>
                </a:solidFill>
                <a:latin typeface="UbuntuMono-Bold"/>
              </a:rPr>
              <a:t>else if </a:t>
            </a:r>
            <a:r>
              <a:rPr lang="en-IE" sz="2400" b="1" dirty="0">
                <a:solidFill>
                  <a:srgbClr val="555555"/>
                </a:solidFill>
                <a:latin typeface="UbuntuMono-Regular"/>
              </a:rPr>
              <a:t>(</a:t>
            </a:r>
            <a:r>
              <a:rPr lang="en-IE" sz="2400" b="1" dirty="0" err="1">
                <a:solidFill>
                  <a:srgbClr val="000089"/>
                </a:solidFill>
                <a:latin typeface="UbuntuMono-Regular"/>
              </a:rPr>
              <a:t>address</a:t>
            </a:r>
            <a:r>
              <a:rPr lang="en-IE" sz="2400" b="1" dirty="0" err="1">
                <a:solidFill>
                  <a:srgbClr val="555555"/>
                </a:solidFill>
                <a:latin typeface="UbuntuMono-Regular"/>
              </a:rPr>
              <a:t>.</a:t>
            </a:r>
            <a:r>
              <a:rPr lang="en-IE" sz="2400" b="1" dirty="0" err="1">
                <a:solidFill>
                  <a:srgbClr val="33009A"/>
                </a:solidFill>
                <a:latin typeface="UbuntuMono-Regular"/>
              </a:rPr>
              <a:t>isMCOrgLocal</a:t>
            </a:r>
            <a:r>
              <a:rPr lang="en-IE" sz="2400" b="1" dirty="0">
                <a:solidFill>
                  <a:srgbClr val="555555"/>
                </a:solidFill>
                <a:latin typeface="UbuntuMono-Regular"/>
              </a:rPr>
              <a:t>()) {</a:t>
            </a:r>
          </a:p>
          <a:p>
            <a:pPr marL="0" indent="0">
              <a:buNone/>
            </a:pPr>
            <a:r>
              <a:rPr lang="en-IE" sz="2400" b="1" dirty="0">
                <a:solidFill>
                  <a:srgbClr val="000089"/>
                </a:solidFill>
                <a:latin typeface="UbuntuMono-Regular"/>
              </a:rPr>
              <a:t>	</a:t>
            </a:r>
            <a:r>
              <a:rPr lang="en-IE" sz="2400" b="1" dirty="0" err="1">
                <a:solidFill>
                  <a:srgbClr val="000089"/>
                </a:solidFill>
                <a:latin typeface="UbuntuMono-Regular"/>
              </a:rPr>
              <a:t>System</a:t>
            </a:r>
            <a:r>
              <a:rPr lang="en-IE" sz="2400" b="1" dirty="0" err="1">
                <a:solidFill>
                  <a:srgbClr val="555555"/>
                </a:solidFill>
                <a:latin typeface="UbuntuMono-Regular"/>
              </a:rPr>
              <a:t>.</a:t>
            </a:r>
            <a:r>
              <a:rPr lang="en-IE" sz="2400" b="1" dirty="0" err="1">
                <a:solidFill>
                  <a:srgbClr val="33009A"/>
                </a:solidFill>
                <a:latin typeface="UbuntuMono-Regular"/>
              </a:rPr>
              <a:t>out</a:t>
            </a:r>
            <a:r>
              <a:rPr lang="en-IE" sz="2400" b="1" dirty="0" err="1">
                <a:solidFill>
                  <a:srgbClr val="555555"/>
                </a:solidFill>
                <a:latin typeface="UbuntuMono-Regular"/>
              </a:rPr>
              <a:t>.</a:t>
            </a:r>
            <a:r>
              <a:rPr lang="en-IE" sz="2400" b="1" dirty="0" err="1">
                <a:solidFill>
                  <a:srgbClr val="33009A"/>
                </a:solidFill>
                <a:latin typeface="UbuntuMono-Regular"/>
              </a:rPr>
              <a:t>println</a:t>
            </a:r>
            <a:r>
              <a:rPr lang="en-IE" sz="2400" b="1" dirty="0">
                <a:solidFill>
                  <a:srgbClr val="555555"/>
                </a:solidFill>
                <a:latin typeface="UbuntuMono-Regular"/>
              </a:rPr>
              <a:t>(</a:t>
            </a:r>
            <a:r>
              <a:rPr lang="en-IE" sz="2400" b="1" dirty="0">
                <a:solidFill>
                  <a:srgbClr val="000089"/>
                </a:solidFill>
                <a:latin typeface="UbuntuMono-Regular"/>
              </a:rPr>
              <a:t>address </a:t>
            </a:r>
            <a:r>
              <a:rPr lang="en-IE" sz="2400" b="1" dirty="0">
                <a:solidFill>
                  <a:srgbClr val="555555"/>
                </a:solidFill>
                <a:latin typeface="UbuntuMono-Regular"/>
              </a:rPr>
              <a:t>+ </a:t>
            </a:r>
            <a:r>
              <a:rPr lang="en-IE" sz="2400" b="1" dirty="0">
                <a:solidFill>
                  <a:srgbClr val="CD3300"/>
                </a:solidFill>
                <a:latin typeface="UbuntuMono-Regular"/>
              </a:rPr>
              <a:t>" is an organization wide multicast address."</a:t>
            </a:r>
            <a:r>
              <a:rPr lang="en-IE" sz="2400" b="1" dirty="0">
                <a:solidFill>
                  <a:srgbClr val="555555"/>
                </a:solidFill>
                <a:latin typeface="UbuntuMono-Regular"/>
              </a:rPr>
              <a:t>);</a:t>
            </a:r>
          </a:p>
          <a:p>
            <a:pPr marL="0" indent="0">
              <a:buNone/>
            </a:pPr>
            <a:r>
              <a:rPr lang="en-IE" sz="2400" b="1" dirty="0">
                <a:solidFill>
                  <a:srgbClr val="555555"/>
                </a:solidFill>
                <a:latin typeface="UbuntuMono-Regular"/>
              </a:rPr>
              <a:t>} </a:t>
            </a:r>
            <a:r>
              <a:rPr lang="en-IE" sz="2400" b="1" dirty="0">
                <a:solidFill>
                  <a:srgbClr val="00669A"/>
                </a:solidFill>
                <a:latin typeface="UbuntuMono-Bold"/>
              </a:rPr>
              <a:t>else if </a:t>
            </a:r>
            <a:r>
              <a:rPr lang="en-IE" sz="2400" b="1" dirty="0">
                <a:solidFill>
                  <a:srgbClr val="555555"/>
                </a:solidFill>
                <a:latin typeface="UbuntuMono-Regular"/>
              </a:rPr>
              <a:t>(</a:t>
            </a:r>
            <a:r>
              <a:rPr lang="en-IE" sz="2400" b="1" dirty="0" err="1">
                <a:solidFill>
                  <a:srgbClr val="000089"/>
                </a:solidFill>
                <a:latin typeface="UbuntuMono-Regular"/>
              </a:rPr>
              <a:t>address</a:t>
            </a:r>
            <a:r>
              <a:rPr lang="en-IE" sz="2400" b="1" dirty="0" err="1">
                <a:solidFill>
                  <a:srgbClr val="555555"/>
                </a:solidFill>
                <a:latin typeface="UbuntuMono-Regular"/>
              </a:rPr>
              <a:t>.</a:t>
            </a:r>
            <a:r>
              <a:rPr lang="en-IE" sz="2400" b="1" dirty="0" err="1">
                <a:solidFill>
                  <a:srgbClr val="33009A"/>
                </a:solidFill>
                <a:latin typeface="UbuntuMono-Regular"/>
              </a:rPr>
              <a:t>isMCSiteLocal</a:t>
            </a:r>
            <a:r>
              <a:rPr lang="en-IE" sz="2400" b="1" dirty="0">
                <a:solidFill>
                  <a:srgbClr val="555555"/>
                </a:solidFill>
                <a:latin typeface="UbuntuMono-Regular"/>
              </a:rPr>
              <a:t>()) {</a:t>
            </a:r>
          </a:p>
          <a:p>
            <a:pPr marL="0" indent="0">
              <a:buNone/>
            </a:pPr>
            <a:r>
              <a:rPr lang="en-IE" sz="2400" b="1" dirty="0">
                <a:solidFill>
                  <a:srgbClr val="000089"/>
                </a:solidFill>
                <a:latin typeface="UbuntuMono-Regular"/>
              </a:rPr>
              <a:t>	</a:t>
            </a:r>
            <a:r>
              <a:rPr lang="en-IE" sz="2400" b="1" dirty="0" err="1">
                <a:solidFill>
                  <a:srgbClr val="000089"/>
                </a:solidFill>
                <a:latin typeface="UbuntuMono-Regular"/>
              </a:rPr>
              <a:t>System</a:t>
            </a:r>
            <a:r>
              <a:rPr lang="en-IE" sz="2400" b="1" dirty="0" err="1">
                <a:solidFill>
                  <a:srgbClr val="555555"/>
                </a:solidFill>
                <a:latin typeface="UbuntuMono-Regular"/>
              </a:rPr>
              <a:t>.</a:t>
            </a:r>
            <a:r>
              <a:rPr lang="en-IE" sz="2400" b="1" dirty="0" err="1">
                <a:solidFill>
                  <a:srgbClr val="33009A"/>
                </a:solidFill>
                <a:latin typeface="UbuntuMono-Regular"/>
              </a:rPr>
              <a:t>out</a:t>
            </a:r>
            <a:r>
              <a:rPr lang="en-IE" sz="2400" b="1" dirty="0" err="1">
                <a:solidFill>
                  <a:srgbClr val="555555"/>
                </a:solidFill>
                <a:latin typeface="UbuntuMono-Regular"/>
              </a:rPr>
              <a:t>.</a:t>
            </a:r>
            <a:r>
              <a:rPr lang="en-IE" sz="2400" b="1" dirty="0" err="1">
                <a:solidFill>
                  <a:srgbClr val="33009A"/>
                </a:solidFill>
                <a:latin typeface="UbuntuMono-Regular"/>
              </a:rPr>
              <a:t>println</a:t>
            </a:r>
            <a:r>
              <a:rPr lang="en-IE" sz="2400" b="1" dirty="0">
                <a:solidFill>
                  <a:srgbClr val="555555"/>
                </a:solidFill>
                <a:latin typeface="UbuntuMono-Regular"/>
              </a:rPr>
              <a:t>(</a:t>
            </a:r>
            <a:r>
              <a:rPr lang="en-IE" sz="2400" b="1" dirty="0">
                <a:solidFill>
                  <a:srgbClr val="000089"/>
                </a:solidFill>
                <a:latin typeface="UbuntuMono-Regular"/>
              </a:rPr>
              <a:t>address </a:t>
            </a:r>
            <a:r>
              <a:rPr lang="en-IE" sz="2400" b="1" dirty="0">
                <a:solidFill>
                  <a:srgbClr val="555555"/>
                </a:solidFill>
                <a:latin typeface="UbuntuMono-Regular"/>
              </a:rPr>
              <a:t>+ </a:t>
            </a:r>
            <a:r>
              <a:rPr lang="en-IE" sz="2400" b="1" dirty="0">
                <a:solidFill>
                  <a:srgbClr val="CD3300"/>
                </a:solidFill>
                <a:latin typeface="UbuntuMono-Regular"/>
              </a:rPr>
              <a:t>" is a site wide multicast address."</a:t>
            </a:r>
            <a:r>
              <a:rPr lang="en-IE" sz="2400" b="1" dirty="0">
                <a:solidFill>
                  <a:srgbClr val="555555"/>
                </a:solidFill>
                <a:latin typeface="UbuntuMono-Regular"/>
              </a:rPr>
              <a:t>);</a:t>
            </a:r>
          </a:p>
          <a:p>
            <a:pPr marL="0" indent="0">
              <a:buNone/>
            </a:pPr>
            <a:r>
              <a:rPr lang="en-IE" sz="2400" b="1" dirty="0">
                <a:solidFill>
                  <a:srgbClr val="555555"/>
                </a:solidFill>
                <a:latin typeface="UbuntuMono-Regular"/>
              </a:rPr>
              <a:t>} </a:t>
            </a:r>
            <a:r>
              <a:rPr lang="en-IE" sz="2400" b="1" dirty="0">
                <a:solidFill>
                  <a:srgbClr val="00669A"/>
                </a:solidFill>
                <a:latin typeface="UbuntuMono-Bold"/>
              </a:rPr>
              <a:t>else if </a:t>
            </a:r>
            <a:r>
              <a:rPr lang="en-IE" sz="2400" b="1" dirty="0">
                <a:solidFill>
                  <a:srgbClr val="555555"/>
                </a:solidFill>
                <a:latin typeface="UbuntuMono-Regular"/>
              </a:rPr>
              <a:t>(</a:t>
            </a:r>
            <a:r>
              <a:rPr lang="en-IE" sz="2400" b="1" dirty="0" err="1">
                <a:solidFill>
                  <a:srgbClr val="000089"/>
                </a:solidFill>
                <a:latin typeface="UbuntuMono-Regular"/>
              </a:rPr>
              <a:t>address</a:t>
            </a:r>
            <a:r>
              <a:rPr lang="en-IE" sz="2400" b="1" dirty="0" err="1">
                <a:solidFill>
                  <a:srgbClr val="555555"/>
                </a:solidFill>
                <a:latin typeface="UbuntuMono-Regular"/>
              </a:rPr>
              <a:t>.</a:t>
            </a:r>
            <a:r>
              <a:rPr lang="en-IE" sz="2400" b="1" dirty="0" err="1">
                <a:solidFill>
                  <a:srgbClr val="33009A"/>
                </a:solidFill>
                <a:latin typeface="UbuntuMono-Regular"/>
              </a:rPr>
              <a:t>isMCLinkLocal</a:t>
            </a:r>
            <a:r>
              <a:rPr lang="en-IE" sz="2400" b="1" dirty="0">
                <a:solidFill>
                  <a:srgbClr val="555555"/>
                </a:solidFill>
                <a:latin typeface="UbuntuMono-Regular"/>
              </a:rPr>
              <a:t>()) {</a:t>
            </a:r>
          </a:p>
          <a:p>
            <a:pPr marL="0" indent="0">
              <a:buNone/>
            </a:pPr>
            <a:r>
              <a:rPr lang="en-IE" sz="2400" b="1" dirty="0">
                <a:solidFill>
                  <a:srgbClr val="000089"/>
                </a:solidFill>
                <a:latin typeface="UbuntuMono-Regular"/>
              </a:rPr>
              <a:t>	</a:t>
            </a:r>
            <a:r>
              <a:rPr lang="en-IE" sz="2400" b="1" dirty="0" err="1">
                <a:solidFill>
                  <a:srgbClr val="000089"/>
                </a:solidFill>
                <a:latin typeface="UbuntuMono-Regular"/>
              </a:rPr>
              <a:t>System</a:t>
            </a:r>
            <a:r>
              <a:rPr lang="en-IE" sz="2400" b="1" dirty="0" err="1">
                <a:solidFill>
                  <a:srgbClr val="555555"/>
                </a:solidFill>
                <a:latin typeface="UbuntuMono-Regular"/>
              </a:rPr>
              <a:t>.</a:t>
            </a:r>
            <a:r>
              <a:rPr lang="en-IE" sz="2400" b="1" dirty="0" err="1">
                <a:solidFill>
                  <a:srgbClr val="33009A"/>
                </a:solidFill>
                <a:latin typeface="UbuntuMono-Regular"/>
              </a:rPr>
              <a:t>out</a:t>
            </a:r>
            <a:r>
              <a:rPr lang="en-IE" sz="2400" b="1" dirty="0" err="1">
                <a:solidFill>
                  <a:srgbClr val="555555"/>
                </a:solidFill>
                <a:latin typeface="UbuntuMono-Regular"/>
              </a:rPr>
              <a:t>.</a:t>
            </a:r>
            <a:r>
              <a:rPr lang="en-IE" sz="2400" b="1" dirty="0" err="1">
                <a:solidFill>
                  <a:srgbClr val="33009A"/>
                </a:solidFill>
                <a:latin typeface="UbuntuMono-Regular"/>
              </a:rPr>
              <a:t>println</a:t>
            </a:r>
            <a:r>
              <a:rPr lang="en-IE" sz="2400" b="1" dirty="0">
                <a:solidFill>
                  <a:srgbClr val="555555"/>
                </a:solidFill>
                <a:latin typeface="UbuntuMono-Regular"/>
              </a:rPr>
              <a:t>(</a:t>
            </a:r>
            <a:r>
              <a:rPr lang="en-IE" sz="2400" b="1" dirty="0">
                <a:solidFill>
                  <a:srgbClr val="000089"/>
                </a:solidFill>
                <a:latin typeface="UbuntuMono-Regular"/>
              </a:rPr>
              <a:t>address </a:t>
            </a:r>
            <a:r>
              <a:rPr lang="en-IE" sz="2400" b="1" dirty="0">
                <a:solidFill>
                  <a:srgbClr val="555555"/>
                </a:solidFill>
                <a:latin typeface="UbuntuMono-Regular"/>
              </a:rPr>
              <a:t>+ </a:t>
            </a:r>
            <a:r>
              <a:rPr lang="en-IE" sz="2400" b="1" dirty="0">
                <a:solidFill>
                  <a:srgbClr val="CD3300"/>
                </a:solidFill>
                <a:latin typeface="UbuntuMono-Regular"/>
              </a:rPr>
              <a:t>" is a subnet wide multicast address."</a:t>
            </a:r>
            <a:r>
              <a:rPr lang="en-IE" sz="2400" b="1" dirty="0">
                <a:solidFill>
                  <a:srgbClr val="555555"/>
                </a:solidFill>
                <a:latin typeface="UbuntuMono-Regular"/>
              </a:rPr>
              <a:t>);</a:t>
            </a:r>
          </a:p>
          <a:p>
            <a:pPr marL="0" indent="0">
              <a:buNone/>
            </a:pPr>
            <a:r>
              <a:rPr lang="en-IE" sz="2400" b="1" dirty="0">
                <a:solidFill>
                  <a:srgbClr val="555555"/>
                </a:solidFill>
                <a:latin typeface="UbuntuMono-Regular"/>
              </a:rPr>
              <a:t>} </a:t>
            </a:r>
            <a:r>
              <a:rPr lang="en-IE" sz="2400" b="1" dirty="0">
                <a:solidFill>
                  <a:srgbClr val="00669A"/>
                </a:solidFill>
                <a:latin typeface="UbuntuMono-Bold"/>
              </a:rPr>
              <a:t>else if </a:t>
            </a:r>
            <a:r>
              <a:rPr lang="en-IE" sz="2400" b="1" dirty="0">
                <a:solidFill>
                  <a:srgbClr val="555555"/>
                </a:solidFill>
                <a:latin typeface="UbuntuMono-Regular"/>
              </a:rPr>
              <a:t>(</a:t>
            </a:r>
            <a:r>
              <a:rPr lang="en-IE" sz="2400" b="1" dirty="0" err="1">
                <a:solidFill>
                  <a:srgbClr val="000089"/>
                </a:solidFill>
                <a:latin typeface="UbuntuMono-Regular"/>
              </a:rPr>
              <a:t>address</a:t>
            </a:r>
            <a:r>
              <a:rPr lang="en-IE" sz="2400" b="1" dirty="0" err="1">
                <a:solidFill>
                  <a:srgbClr val="555555"/>
                </a:solidFill>
                <a:latin typeface="UbuntuMono-Regular"/>
              </a:rPr>
              <a:t>.</a:t>
            </a:r>
            <a:r>
              <a:rPr lang="en-IE" sz="2400" b="1" dirty="0" err="1">
                <a:solidFill>
                  <a:srgbClr val="33009A"/>
                </a:solidFill>
                <a:latin typeface="UbuntuMono-Regular"/>
              </a:rPr>
              <a:t>isMCNodeLocal</a:t>
            </a:r>
            <a:r>
              <a:rPr lang="en-IE" sz="2400" b="1" dirty="0">
                <a:solidFill>
                  <a:srgbClr val="555555"/>
                </a:solidFill>
                <a:latin typeface="UbuntuMono-Regular"/>
              </a:rPr>
              <a:t>()) {</a:t>
            </a:r>
          </a:p>
          <a:p>
            <a:pPr marL="0" indent="0">
              <a:buNone/>
            </a:pPr>
            <a:r>
              <a:rPr lang="en-IE" sz="2400" b="1" dirty="0">
                <a:solidFill>
                  <a:srgbClr val="000089"/>
                </a:solidFill>
                <a:latin typeface="UbuntuMono-Regular"/>
              </a:rPr>
              <a:t>	</a:t>
            </a:r>
            <a:r>
              <a:rPr lang="en-IE" sz="2400" b="1" dirty="0" err="1">
                <a:solidFill>
                  <a:srgbClr val="000089"/>
                </a:solidFill>
                <a:latin typeface="UbuntuMono-Regular"/>
              </a:rPr>
              <a:t>System</a:t>
            </a:r>
            <a:r>
              <a:rPr lang="en-IE" sz="2400" b="1" dirty="0" err="1">
                <a:solidFill>
                  <a:srgbClr val="555555"/>
                </a:solidFill>
                <a:latin typeface="UbuntuMono-Regular"/>
              </a:rPr>
              <a:t>.</a:t>
            </a:r>
            <a:r>
              <a:rPr lang="en-IE" sz="2400" b="1" dirty="0" err="1">
                <a:solidFill>
                  <a:srgbClr val="33009A"/>
                </a:solidFill>
                <a:latin typeface="UbuntuMono-Regular"/>
              </a:rPr>
              <a:t>out</a:t>
            </a:r>
            <a:r>
              <a:rPr lang="en-IE" sz="2400" b="1" dirty="0" err="1">
                <a:solidFill>
                  <a:srgbClr val="555555"/>
                </a:solidFill>
                <a:latin typeface="UbuntuMono-Regular"/>
              </a:rPr>
              <a:t>.</a:t>
            </a:r>
            <a:r>
              <a:rPr lang="en-IE" sz="2400" b="1" dirty="0" err="1">
                <a:solidFill>
                  <a:srgbClr val="33009A"/>
                </a:solidFill>
                <a:latin typeface="UbuntuMono-Regular"/>
              </a:rPr>
              <a:t>println</a:t>
            </a:r>
            <a:r>
              <a:rPr lang="en-IE" sz="2400" b="1" dirty="0">
                <a:solidFill>
                  <a:srgbClr val="555555"/>
                </a:solidFill>
                <a:latin typeface="UbuntuMono-Regular"/>
              </a:rPr>
              <a:t>(</a:t>
            </a:r>
            <a:r>
              <a:rPr lang="en-IE" sz="2400" b="1" dirty="0">
                <a:solidFill>
                  <a:srgbClr val="000089"/>
                </a:solidFill>
                <a:latin typeface="UbuntuMono-Regular"/>
              </a:rPr>
              <a:t>address</a:t>
            </a:r>
            <a:r>
              <a:rPr lang="en-IE" sz="2400" b="1" dirty="0">
                <a:solidFill>
                  <a:srgbClr val="555555"/>
                </a:solidFill>
                <a:latin typeface="UbuntuMono-Regular"/>
              </a:rPr>
              <a:t>+ </a:t>
            </a:r>
            <a:r>
              <a:rPr lang="en-IE" sz="2400" b="1" dirty="0">
                <a:solidFill>
                  <a:srgbClr val="CD3300"/>
                </a:solidFill>
                <a:latin typeface="UbuntuMono-Regular"/>
              </a:rPr>
              <a:t>" is an interface-local multicast address."</a:t>
            </a:r>
            <a:r>
              <a:rPr lang="en-IE" sz="2400" b="1" dirty="0">
                <a:solidFill>
                  <a:srgbClr val="555555"/>
                </a:solidFill>
                <a:latin typeface="UbuntuMono-Regular"/>
              </a:rPr>
              <a:t>);</a:t>
            </a:r>
          </a:p>
          <a:p>
            <a:pPr marL="0" indent="0">
              <a:buNone/>
            </a:pPr>
            <a:r>
              <a:rPr lang="en-IE" sz="2400" b="1" dirty="0">
                <a:solidFill>
                  <a:srgbClr val="555555"/>
                </a:solidFill>
                <a:latin typeface="UbuntuMono-Regular"/>
              </a:rPr>
              <a:t>} </a:t>
            </a:r>
            <a:r>
              <a:rPr lang="en-IE" sz="2400" b="1" dirty="0">
                <a:solidFill>
                  <a:srgbClr val="00669A"/>
                </a:solidFill>
                <a:latin typeface="UbuntuMono-Bold"/>
              </a:rPr>
              <a:t>else </a:t>
            </a:r>
            <a:r>
              <a:rPr lang="en-IE" sz="2400" b="1" dirty="0">
                <a:solidFill>
                  <a:srgbClr val="555555"/>
                </a:solidFill>
                <a:latin typeface="UbuntuMono-Regular"/>
              </a:rPr>
              <a:t>{</a:t>
            </a:r>
          </a:p>
          <a:p>
            <a:pPr marL="0" indent="0">
              <a:buNone/>
            </a:pPr>
            <a:r>
              <a:rPr lang="en-IE" sz="2400" b="1" dirty="0">
                <a:solidFill>
                  <a:srgbClr val="000089"/>
                </a:solidFill>
                <a:latin typeface="UbuntuMono-Regular"/>
              </a:rPr>
              <a:t>	</a:t>
            </a:r>
            <a:r>
              <a:rPr lang="en-IE" sz="2400" b="1" dirty="0" err="1">
                <a:solidFill>
                  <a:srgbClr val="000089"/>
                </a:solidFill>
                <a:latin typeface="UbuntuMono-Regular"/>
              </a:rPr>
              <a:t>System</a:t>
            </a:r>
            <a:r>
              <a:rPr lang="en-IE" sz="2400" b="1" dirty="0" err="1">
                <a:solidFill>
                  <a:srgbClr val="555555"/>
                </a:solidFill>
                <a:latin typeface="UbuntuMono-Regular"/>
              </a:rPr>
              <a:t>.</a:t>
            </a:r>
            <a:r>
              <a:rPr lang="en-IE" sz="2400" b="1" dirty="0" err="1">
                <a:solidFill>
                  <a:srgbClr val="33009A"/>
                </a:solidFill>
                <a:latin typeface="UbuntuMono-Regular"/>
              </a:rPr>
              <a:t>out</a:t>
            </a:r>
            <a:r>
              <a:rPr lang="en-IE" sz="2400" b="1" dirty="0" err="1">
                <a:solidFill>
                  <a:srgbClr val="555555"/>
                </a:solidFill>
                <a:latin typeface="UbuntuMono-Regular"/>
              </a:rPr>
              <a:t>.</a:t>
            </a:r>
            <a:r>
              <a:rPr lang="en-IE" sz="2400" b="1" dirty="0" err="1">
                <a:solidFill>
                  <a:srgbClr val="33009A"/>
                </a:solidFill>
                <a:latin typeface="UbuntuMono-Regular"/>
              </a:rPr>
              <a:t>println</a:t>
            </a:r>
            <a:r>
              <a:rPr lang="en-IE" sz="2400" b="1" dirty="0">
                <a:solidFill>
                  <a:srgbClr val="555555"/>
                </a:solidFill>
                <a:latin typeface="UbuntuMono-Regular"/>
              </a:rPr>
              <a:t>(</a:t>
            </a:r>
            <a:r>
              <a:rPr lang="en-IE" sz="2400" b="1" dirty="0">
                <a:solidFill>
                  <a:srgbClr val="000089"/>
                </a:solidFill>
                <a:latin typeface="UbuntuMono-Regular"/>
              </a:rPr>
              <a:t>address </a:t>
            </a:r>
            <a:r>
              <a:rPr lang="en-IE" sz="2400" b="1" dirty="0">
                <a:solidFill>
                  <a:srgbClr val="555555"/>
                </a:solidFill>
                <a:latin typeface="UbuntuMono-Regular"/>
              </a:rPr>
              <a:t>+ </a:t>
            </a:r>
            <a:r>
              <a:rPr lang="en-IE" sz="2400" b="1" dirty="0">
                <a:solidFill>
                  <a:srgbClr val="CD3300"/>
                </a:solidFill>
                <a:latin typeface="UbuntuMono-Regular"/>
              </a:rPr>
              <a:t>" is an unknown multicast address type."</a:t>
            </a:r>
            <a:r>
              <a:rPr lang="en-IE" sz="2400" b="1" dirty="0">
                <a:solidFill>
                  <a:srgbClr val="555555"/>
                </a:solidFill>
                <a:latin typeface="UbuntuMono-Regular"/>
              </a:rPr>
              <a:t>);</a:t>
            </a:r>
          </a:p>
          <a:p>
            <a:pPr marL="0" indent="0">
              <a:buNone/>
            </a:pPr>
            <a:r>
              <a:rPr lang="en-IE" sz="2400" b="1" dirty="0">
                <a:solidFill>
                  <a:srgbClr val="555555"/>
                </a:solidFill>
                <a:latin typeface="UbuntuMono-Regular"/>
              </a:rPr>
              <a:t>}</a:t>
            </a:r>
          </a:p>
          <a:p>
            <a:pPr marL="0" indent="0">
              <a:buNone/>
            </a:pPr>
            <a:r>
              <a:rPr lang="en-IE" sz="2400" b="1" dirty="0">
                <a:solidFill>
                  <a:srgbClr val="555555"/>
                </a:solidFill>
                <a:latin typeface="UbuntuMono-Regular"/>
              </a:rPr>
              <a:t>} </a:t>
            </a:r>
            <a:r>
              <a:rPr lang="en-IE" sz="2400" b="1" dirty="0">
                <a:solidFill>
                  <a:srgbClr val="00669A"/>
                </a:solidFill>
                <a:latin typeface="UbuntuMono-Bold"/>
              </a:rPr>
              <a:t>else </a:t>
            </a:r>
            <a:r>
              <a:rPr lang="en-IE" sz="2400" b="1" dirty="0">
                <a:solidFill>
                  <a:srgbClr val="555555"/>
                </a:solidFill>
                <a:latin typeface="UbuntuMono-Regular"/>
              </a:rPr>
              <a:t>{</a:t>
            </a:r>
          </a:p>
          <a:p>
            <a:pPr marL="0" indent="0">
              <a:buNone/>
            </a:pPr>
            <a:r>
              <a:rPr lang="en-IE" sz="2400" b="1" dirty="0">
                <a:solidFill>
                  <a:srgbClr val="000089"/>
                </a:solidFill>
                <a:latin typeface="UbuntuMono-Regular"/>
              </a:rPr>
              <a:t>	</a:t>
            </a:r>
            <a:r>
              <a:rPr lang="en-IE" sz="2400" b="1" dirty="0" err="1">
                <a:solidFill>
                  <a:srgbClr val="000089"/>
                </a:solidFill>
                <a:latin typeface="UbuntuMono-Regular"/>
              </a:rPr>
              <a:t>System</a:t>
            </a:r>
            <a:r>
              <a:rPr lang="en-IE" sz="2400" b="1" dirty="0" err="1">
                <a:solidFill>
                  <a:srgbClr val="555555"/>
                </a:solidFill>
                <a:latin typeface="UbuntuMono-Regular"/>
              </a:rPr>
              <a:t>.</a:t>
            </a:r>
            <a:r>
              <a:rPr lang="en-IE" sz="2400" b="1" dirty="0" err="1">
                <a:solidFill>
                  <a:srgbClr val="33009A"/>
                </a:solidFill>
                <a:latin typeface="UbuntuMono-Regular"/>
              </a:rPr>
              <a:t>out</a:t>
            </a:r>
            <a:r>
              <a:rPr lang="en-IE" sz="2400" b="1" dirty="0" err="1">
                <a:solidFill>
                  <a:srgbClr val="555555"/>
                </a:solidFill>
                <a:latin typeface="UbuntuMono-Regular"/>
              </a:rPr>
              <a:t>.</a:t>
            </a:r>
            <a:r>
              <a:rPr lang="en-IE" sz="2400" b="1" dirty="0" err="1">
                <a:solidFill>
                  <a:srgbClr val="33009A"/>
                </a:solidFill>
                <a:latin typeface="UbuntuMono-Regular"/>
              </a:rPr>
              <a:t>println</a:t>
            </a:r>
            <a:r>
              <a:rPr lang="en-IE" sz="2400" b="1" dirty="0">
                <a:solidFill>
                  <a:srgbClr val="555555"/>
                </a:solidFill>
                <a:latin typeface="UbuntuMono-Regular"/>
              </a:rPr>
              <a:t>(</a:t>
            </a:r>
            <a:r>
              <a:rPr lang="en-IE" sz="2400" b="1" dirty="0">
                <a:solidFill>
                  <a:srgbClr val="000089"/>
                </a:solidFill>
                <a:latin typeface="UbuntuMono-Regular"/>
              </a:rPr>
              <a:t>address </a:t>
            </a:r>
            <a:r>
              <a:rPr lang="en-IE" sz="2400" b="1" dirty="0">
                <a:solidFill>
                  <a:srgbClr val="555555"/>
                </a:solidFill>
                <a:latin typeface="UbuntuMono-Regular"/>
              </a:rPr>
              <a:t>+ </a:t>
            </a:r>
            <a:r>
              <a:rPr lang="en-IE" sz="2400" b="1" dirty="0">
                <a:solidFill>
                  <a:srgbClr val="CD3300"/>
                </a:solidFill>
                <a:latin typeface="UbuntuMono-Regular"/>
              </a:rPr>
              <a:t>" is a unicast address."</a:t>
            </a:r>
            <a:r>
              <a:rPr lang="en-IE" sz="2400" b="1" dirty="0">
                <a:solidFill>
                  <a:srgbClr val="555555"/>
                </a:solidFill>
                <a:latin typeface="UbuntuMono-Regular"/>
              </a:rPr>
              <a:t>);</a:t>
            </a:r>
          </a:p>
          <a:p>
            <a:pPr marL="0" indent="0">
              <a:buNone/>
            </a:pPr>
            <a:r>
              <a:rPr lang="en-IE" sz="2400" b="1" dirty="0">
                <a:solidFill>
                  <a:srgbClr val="555555"/>
                </a:solidFill>
                <a:latin typeface="UbuntuMono-Regular"/>
              </a:rPr>
              <a:t>}</a:t>
            </a:r>
          </a:p>
          <a:p>
            <a:pPr marL="0" indent="0">
              <a:buNone/>
            </a:pPr>
            <a:r>
              <a:rPr lang="en-IE" sz="2400" b="1" dirty="0">
                <a:solidFill>
                  <a:srgbClr val="555555"/>
                </a:solidFill>
                <a:latin typeface="UbuntuMono-Regular"/>
              </a:rPr>
              <a:t>} </a:t>
            </a:r>
            <a:r>
              <a:rPr lang="en-IE" sz="2400" b="1" dirty="0">
                <a:solidFill>
                  <a:srgbClr val="00669A"/>
                </a:solidFill>
                <a:latin typeface="UbuntuMono-Bold"/>
              </a:rPr>
              <a:t>catch </a:t>
            </a:r>
            <a:r>
              <a:rPr lang="en-IE" sz="2400" b="1" dirty="0">
                <a:solidFill>
                  <a:srgbClr val="555555"/>
                </a:solidFill>
                <a:latin typeface="UbuntuMono-Regular"/>
              </a:rPr>
              <a:t>(</a:t>
            </a:r>
            <a:r>
              <a:rPr lang="en-IE" sz="2400" b="1" dirty="0" err="1">
                <a:solidFill>
                  <a:srgbClr val="000089"/>
                </a:solidFill>
                <a:latin typeface="UbuntuMono-Regular"/>
              </a:rPr>
              <a:t>UnknownHostException</a:t>
            </a:r>
            <a:r>
              <a:rPr lang="en-IE" sz="2400" b="1" dirty="0">
                <a:solidFill>
                  <a:srgbClr val="000089"/>
                </a:solidFill>
                <a:latin typeface="UbuntuMono-Regular"/>
              </a:rPr>
              <a:t> ex</a:t>
            </a:r>
            <a:r>
              <a:rPr lang="en-IE" sz="2400" b="1" dirty="0">
                <a:solidFill>
                  <a:srgbClr val="555555"/>
                </a:solidFill>
                <a:latin typeface="UbuntuMono-Regular"/>
              </a:rPr>
              <a:t>) {</a:t>
            </a:r>
          </a:p>
          <a:p>
            <a:pPr marL="0" indent="0">
              <a:buNone/>
            </a:pPr>
            <a:r>
              <a:rPr lang="en-IE" sz="2400" b="1" dirty="0">
                <a:solidFill>
                  <a:srgbClr val="000089"/>
                </a:solidFill>
                <a:latin typeface="UbuntuMono-Regular"/>
              </a:rPr>
              <a:t>	</a:t>
            </a:r>
            <a:r>
              <a:rPr lang="en-IE" sz="2400" b="1" dirty="0" err="1">
                <a:solidFill>
                  <a:srgbClr val="000089"/>
                </a:solidFill>
                <a:latin typeface="UbuntuMono-Regular"/>
              </a:rPr>
              <a:t>System</a:t>
            </a:r>
            <a:r>
              <a:rPr lang="en-IE" sz="2400" b="1" dirty="0" err="1">
                <a:solidFill>
                  <a:srgbClr val="555555"/>
                </a:solidFill>
                <a:latin typeface="UbuntuMono-Regular"/>
              </a:rPr>
              <a:t>.</a:t>
            </a:r>
            <a:r>
              <a:rPr lang="en-IE" sz="2400" b="1" dirty="0" err="1">
                <a:solidFill>
                  <a:srgbClr val="33009A"/>
                </a:solidFill>
                <a:latin typeface="UbuntuMono-Regular"/>
              </a:rPr>
              <a:t>err</a:t>
            </a:r>
            <a:r>
              <a:rPr lang="en-IE" sz="2400" b="1" dirty="0" err="1">
                <a:solidFill>
                  <a:srgbClr val="555555"/>
                </a:solidFill>
                <a:latin typeface="UbuntuMono-Regular"/>
              </a:rPr>
              <a:t>.</a:t>
            </a:r>
            <a:r>
              <a:rPr lang="en-IE" sz="2400" b="1" dirty="0" err="1">
                <a:solidFill>
                  <a:srgbClr val="33009A"/>
                </a:solidFill>
                <a:latin typeface="UbuntuMono-Regular"/>
              </a:rPr>
              <a:t>println</a:t>
            </a:r>
            <a:r>
              <a:rPr lang="en-IE" sz="2400" b="1" dirty="0">
                <a:solidFill>
                  <a:srgbClr val="555555"/>
                </a:solidFill>
                <a:latin typeface="UbuntuMono-Regular"/>
              </a:rPr>
              <a:t>(</a:t>
            </a:r>
            <a:r>
              <a:rPr lang="en-IE" sz="2400" b="1" dirty="0">
                <a:solidFill>
                  <a:srgbClr val="CD3300"/>
                </a:solidFill>
                <a:latin typeface="UbuntuMono-Regular"/>
              </a:rPr>
              <a:t>"Could not resolve " </a:t>
            </a:r>
            <a:r>
              <a:rPr lang="en-IE" sz="2400" b="1" dirty="0">
                <a:solidFill>
                  <a:srgbClr val="555555"/>
                </a:solidFill>
                <a:latin typeface="UbuntuMono-Regular"/>
              </a:rPr>
              <a:t>+ </a:t>
            </a:r>
            <a:r>
              <a:rPr lang="en-IE" sz="2400" b="1" dirty="0" err="1">
                <a:solidFill>
                  <a:srgbClr val="000089"/>
                </a:solidFill>
                <a:latin typeface="UbuntuMono-Regular"/>
              </a:rPr>
              <a:t>args</a:t>
            </a:r>
            <a:r>
              <a:rPr lang="en-IE" sz="2400" b="1" dirty="0">
                <a:solidFill>
                  <a:srgbClr val="555555"/>
                </a:solidFill>
                <a:latin typeface="UbuntuMono-Regular"/>
              </a:rPr>
              <a:t>[</a:t>
            </a:r>
            <a:r>
              <a:rPr lang="en-IE" sz="2400" b="1" dirty="0">
                <a:solidFill>
                  <a:srgbClr val="FF6600"/>
                </a:solidFill>
                <a:latin typeface="UbuntuMono-Regular"/>
              </a:rPr>
              <a:t>0</a:t>
            </a:r>
            <a:r>
              <a:rPr lang="en-IE" sz="2400" b="1" dirty="0">
                <a:solidFill>
                  <a:srgbClr val="555555"/>
                </a:solidFill>
                <a:latin typeface="UbuntuMono-Regular"/>
              </a:rPr>
              <a:t>]);</a:t>
            </a:r>
          </a:p>
          <a:p>
            <a:pPr marL="0" indent="0">
              <a:buNone/>
            </a:pPr>
            <a:r>
              <a:rPr lang="en-IE" sz="2400" b="1" dirty="0">
                <a:solidFill>
                  <a:srgbClr val="555555"/>
                </a:solidFill>
                <a:latin typeface="UbuntuMono-Regular"/>
              </a:rPr>
              <a:t>}}}</a:t>
            </a:r>
            <a:endParaRPr lang="en-IE" sz="2400" b="1" dirty="0"/>
          </a:p>
        </p:txBody>
      </p:sp>
    </p:spTree>
    <p:extLst>
      <p:ext uri="{BB962C8B-B14F-4D97-AF65-F5344CB8AC3E}">
        <p14:creationId xmlns:p14="http://schemas.microsoft.com/office/powerpoint/2010/main" val="2460582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noAutofit/>
          </a:bodyPr>
          <a:lstStyle/>
          <a:p>
            <a:r>
              <a:rPr lang="en-US" altLang="en-US" sz="4000" i="1" dirty="0"/>
              <a:t>Reachability</a:t>
            </a:r>
            <a:endParaRPr lang="en-US" altLang="en-US" sz="4000" dirty="0"/>
          </a:p>
        </p:txBody>
      </p:sp>
      <p:sp>
        <p:nvSpPr>
          <p:cNvPr id="16387" name="Rectangle 3"/>
          <p:cNvSpPr>
            <a:spLocks noGrp="1" noChangeArrowheads="1"/>
          </p:cNvSpPr>
          <p:nvPr>
            <p:ph type="body" idx="1"/>
          </p:nvPr>
        </p:nvSpPr>
        <p:spPr>
          <a:xfrm>
            <a:off x="76200" y="685800"/>
            <a:ext cx="8991600" cy="6172200"/>
          </a:xfrm>
        </p:spPr>
        <p:txBody>
          <a:bodyPr>
            <a:normAutofit/>
          </a:bodyPr>
          <a:lstStyle/>
          <a:p>
            <a:r>
              <a:rPr lang="en-IE" sz="2400" dirty="0"/>
              <a:t>The </a:t>
            </a:r>
            <a:r>
              <a:rPr lang="en-IE" sz="2400" dirty="0" err="1">
                <a:solidFill>
                  <a:schemeClr val="tx2"/>
                </a:solidFill>
              </a:rPr>
              <a:t>InetAddress</a:t>
            </a:r>
            <a:r>
              <a:rPr lang="en-IE" sz="2400" dirty="0">
                <a:solidFill>
                  <a:schemeClr val="tx2"/>
                </a:solidFill>
              </a:rPr>
              <a:t> </a:t>
            </a:r>
            <a:r>
              <a:rPr lang="en-IE" sz="2400" dirty="0"/>
              <a:t>class has </a:t>
            </a:r>
            <a:r>
              <a:rPr lang="en-IE" sz="2400" dirty="0">
                <a:solidFill>
                  <a:schemeClr val="tx2"/>
                </a:solidFill>
              </a:rPr>
              <a:t>two </a:t>
            </a:r>
            <a:r>
              <a:rPr lang="en-IE" sz="2400" dirty="0" err="1">
                <a:solidFill>
                  <a:schemeClr val="tx2"/>
                </a:solidFill>
              </a:rPr>
              <a:t>isReachable</a:t>
            </a:r>
            <a:r>
              <a:rPr lang="en-IE" sz="2400" dirty="0"/>
              <a:t>() methods that test whether a particular node is reachable from the current host (i.e., whether a network connection can be made). </a:t>
            </a:r>
          </a:p>
          <a:p>
            <a:r>
              <a:rPr lang="en-IE" sz="2400" dirty="0">
                <a:solidFill>
                  <a:schemeClr val="tx2"/>
                </a:solidFill>
              </a:rPr>
              <a:t>Connections can be blocked for many reasons</a:t>
            </a:r>
            <a:r>
              <a:rPr lang="en-IE" sz="2400" dirty="0"/>
              <a:t>, including firewalls, proxy servers, misbehaving routers, and broken cables, or simply because the remote host is not turned on when you try to connect.</a:t>
            </a:r>
          </a:p>
          <a:p>
            <a:pPr lvl="1"/>
            <a:r>
              <a:rPr lang="en-IE" sz="2000" b="1" dirty="0"/>
              <a:t>public </a:t>
            </a:r>
            <a:r>
              <a:rPr lang="en-IE" sz="2000" b="1" dirty="0" err="1"/>
              <a:t>boolean</a:t>
            </a:r>
            <a:r>
              <a:rPr lang="en-IE" sz="2000" b="1" dirty="0"/>
              <a:t> </a:t>
            </a:r>
            <a:r>
              <a:rPr lang="en-IE" sz="2000" dirty="0" err="1">
                <a:solidFill>
                  <a:schemeClr val="tx2"/>
                </a:solidFill>
              </a:rPr>
              <a:t>isReachable</a:t>
            </a:r>
            <a:r>
              <a:rPr lang="en-IE" sz="2000" dirty="0">
                <a:solidFill>
                  <a:schemeClr val="tx2"/>
                </a:solidFill>
              </a:rPr>
              <a:t> </a:t>
            </a:r>
            <a:r>
              <a:rPr lang="en-IE" sz="2000" dirty="0"/>
              <a:t>(</a:t>
            </a:r>
            <a:r>
              <a:rPr lang="en-IE" sz="2000" b="1" dirty="0" err="1"/>
              <a:t>int</a:t>
            </a:r>
            <a:r>
              <a:rPr lang="en-IE" sz="2000" b="1" dirty="0"/>
              <a:t> </a:t>
            </a:r>
            <a:r>
              <a:rPr lang="en-IE" sz="2000" dirty="0"/>
              <a:t>timeout) </a:t>
            </a:r>
            <a:r>
              <a:rPr lang="en-IE" sz="2000" b="1" dirty="0"/>
              <a:t>throws </a:t>
            </a:r>
            <a:r>
              <a:rPr lang="en-IE" sz="2000" dirty="0" err="1"/>
              <a:t>IOException</a:t>
            </a:r>
            <a:endParaRPr lang="en-IE" sz="2000" dirty="0"/>
          </a:p>
          <a:p>
            <a:pPr lvl="1"/>
            <a:r>
              <a:rPr lang="en-IE" sz="2000" b="1" dirty="0"/>
              <a:t>public </a:t>
            </a:r>
            <a:r>
              <a:rPr lang="en-IE" sz="2000" b="1" dirty="0" err="1"/>
              <a:t>boolean</a:t>
            </a:r>
            <a:r>
              <a:rPr lang="en-IE" sz="2000" b="1" dirty="0"/>
              <a:t> </a:t>
            </a:r>
            <a:r>
              <a:rPr lang="en-IE" sz="2000" dirty="0" err="1">
                <a:solidFill>
                  <a:schemeClr val="tx2"/>
                </a:solidFill>
              </a:rPr>
              <a:t>isReachable</a:t>
            </a:r>
            <a:r>
              <a:rPr lang="en-IE" sz="2000" dirty="0">
                <a:solidFill>
                  <a:schemeClr val="tx2"/>
                </a:solidFill>
              </a:rPr>
              <a:t> </a:t>
            </a:r>
            <a:r>
              <a:rPr lang="en-IE" sz="2000" dirty="0"/>
              <a:t>(</a:t>
            </a:r>
            <a:r>
              <a:rPr lang="en-IE" sz="2000" dirty="0" err="1"/>
              <a:t>NetworkInterface</a:t>
            </a:r>
            <a:r>
              <a:rPr lang="en-IE" sz="2000" dirty="0"/>
              <a:t> interface, </a:t>
            </a:r>
            <a:r>
              <a:rPr lang="en-IE" sz="2000" b="1" dirty="0" err="1"/>
              <a:t>int</a:t>
            </a:r>
            <a:r>
              <a:rPr lang="en-IE" sz="2000" b="1" dirty="0"/>
              <a:t> </a:t>
            </a:r>
            <a:r>
              <a:rPr lang="en-IE" sz="2000" dirty="0" err="1"/>
              <a:t>ttl</a:t>
            </a:r>
            <a:r>
              <a:rPr lang="en-IE" sz="2000" dirty="0"/>
              <a:t>, </a:t>
            </a:r>
            <a:r>
              <a:rPr lang="en-IE" sz="2000" b="1" dirty="0" err="1"/>
              <a:t>int</a:t>
            </a:r>
            <a:r>
              <a:rPr lang="en-IE" sz="2000" b="1" dirty="0"/>
              <a:t> </a:t>
            </a:r>
            <a:r>
              <a:rPr lang="en-IE" sz="2000" dirty="0"/>
              <a:t>timeout) </a:t>
            </a:r>
            <a:r>
              <a:rPr lang="en-IE" sz="2400" b="1" dirty="0"/>
              <a:t>throws </a:t>
            </a:r>
            <a:r>
              <a:rPr lang="en-IE" sz="2400" dirty="0" err="1"/>
              <a:t>IOException</a:t>
            </a:r>
            <a:endParaRPr lang="en-IE" sz="2400" dirty="0"/>
          </a:p>
          <a:p>
            <a:r>
              <a:rPr lang="en-IE" sz="2400" dirty="0"/>
              <a:t>These methods attempt to use traceroute (more specifically, ICMP echo requests) to find out if the specified address is reachable. </a:t>
            </a:r>
          </a:p>
          <a:p>
            <a:r>
              <a:rPr lang="en-IE" sz="2400" dirty="0"/>
              <a:t>If the host responds within timeout milliseconds, the methods return true; otherwise, they return false. </a:t>
            </a:r>
            <a:endParaRPr lang="en-IE" sz="2400" b="1" dirty="0"/>
          </a:p>
        </p:txBody>
      </p:sp>
    </p:spTree>
    <p:extLst>
      <p:ext uri="{BB962C8B-B14F-4D97-AF65-F5344CB8AC3E}">
        <p14:creationId xmlns:p14="http://schemas.microsoft.com/office/powerpoint/2010/main" val="4284611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noAutofit/>
          </a:bodyPr>
          <a:lstStyle/>
          <a:p>
            <a:r>
              <a:rPr lang="en-US" altLang="en-US" sz="4000" i="1" dirty="0"/>
              <a:t>Example: Equal </a:t>
            </a:r>
            <a:endParaRPr lang="en-US" altLang="en-US" sz="4000" dirty="0"/>
          </a:p>
        </p:txBody>
      </p:sp>
      <p:sp>
        <p:nvSpPr>
          <p:cNvPr id="16387" name="Rectangle 3"/>
          <p:cNvSpPr>
            <a:spLocks noGrp="1" noChangeArrowheads="1"/>
          </p:cNvSpPr>
          <p:nvPr>
            <p:ph type="body" idx="1"/>
          </p:nvPr>
        </p:nvSpPr>
        <p:spPr>
          <a:xfrm>
            <a:off x="76200" y="685800"/>
            <a:ext cx="8991600" cy="6172200"/>
          </a:xfrm>
        </p:spPr>
        <p:txBody>
          <a:bodyPr>
            <a:normAutofit fontScale="70000" lnSpcReduction="20000"/>
          </a:bodyPr>
          <a:lstStyle/>
          <a:p>
            <a:pPr marL="0" indent="0">
              <a:buNone/>
            </a:pPr>
            <a:r>
              <a:rPr lang="en-IE" sz="2400" b="1" dirty="0">
                <a:solidFill>
                  <a:srgbClr val="7F0055"/>
                </a:solidFill>
                <a:latin typeface="Consolas"/>
              </a:rPr>
              <a:t>import</a:t>
            </a:r>
            <a:r>
              <a:rPr lang="en-IE" sz="2400" b="1" dirty="0">
                <a:solidFill>
                  <a:srgbClr val="000000"/>
                </a:solidFill>
                <a:latin typeface="Consolas"/>
              </a:rPr>
              <a:t> java.net.*;</a:t>
            </a:r>
          </a:p>
          <a:p>
            <a:pPr marL="0" indent="0">
              <a:buNone/>
            </a:pPr>
            <a:r>
              <a:rPr lang="en-IE" sz="2400" b="1" dirty="0">
                <a:solidFill>
                  <a:srgbClr val="7F0055"/>
                </a:solidFill>
                <a:latin typeface="Consolas"/>
              </a:rPr>
              <a:t>public</a:t>
            </a:r>
            <a:r>
              <a:rPr lang="en-IE" sz="2400" b="1" dirty="0">
                <a:solidFill>
                  <a:srgbClr val="000000"/>
                </a:solidFill>
                <a:latin typeface="Consolas"/>
              </a:rPr>
              <a:t> </a:t>
            </a:r>
            <a:r>
              <a:rPr lang="en-IE" sz="2400" b="1" dirty="0">
                <a:solidFill>
                  <a:srgbClr val="7F0055"/>
                </a:solidFill>
                <a:latin typeface="Consolas"/>
              </a:rPr>
              <a:t>class</a:t>
            </a:r>
            <a:r>
              <a:rPr lang="en-IE" sz="2400" b="1" dirty="0">
                <a:solidFill>
                  <a:srgbClr val="000000"/>
                </a:solidFill>
                <a:latin typeface="Consolas"/>
              </a:rPr>
              <a:t> </a:t>
            </a:r>
            <a:r>
              <a:rPr lang="en-IE" sz="2400" b="1" dirty="0" err="1">
                <a:solidFill>
                  <a:srgbClr val="000000"/>
                </a:solidFill>
                <a:latin typeface="Consolas"/>
              </a:rPr>
              <a:t>IBiblioAliases</a:t>
            </a:r>
            <a:r>
              <a:rPr lang="en-IE" sz="2400" b="1" dirty="0">
                <a:solidFill>
                  <a:srgbClr val="000000"/>
                </a:solidFill>
                <a:latin typeface="Consolas"/>
              </a:rPr>
              <a:t> {</a:t>
            </a:r>
          </a:p>
          <a:p>
            <a:pPr marL="0" indent="0">
              <a:buNone/>
            </a:pPr>
            <a:r>
              <a:rPr lang="en-IE" sz="2400" b="1" dirty="0">
                <a:solidFill>
                  <a:srgbClr val="7F0055"/>
                </a:solidFill>
                <a:latin typeface="Consolas"/>
              </a:rPr>
              <a:t>public</a:t>
            </a:r>
            <a:r>
              <a:rPr lang="en-IE" sz="2400" b="1" dirty="0">
                <a:solidFill>
                  <a:srgbClr val="000000"/>
                </a:solidFill>
                <a:latin typeface="Consolas"/>
              </a:rPr>
              <a:t> </a:t>
            </a:r>
            <a:r>
              <a:rPr lang="en-IE" sz="2400" b="1" dirty="0">
                <a:solidFill>
                  <a:srgbClr val="7F0055"/>
                </a:solidFill>
                <a:latin typeface="Consolas"/>
              </a:rPr>
              <a:t>static</a:t>
            </a:r>
            <a:r>
              <a:rPr lang="en-IE" sz="2400" b="1" dirty="0">
                <a:solidFill>
                  <a:srgbClr val="000000"/>
                </a:solidFill>
                <a:latin typeface="Consolas"/>
              </a:rPr>
              <a:t> </a:t>
            </a:r>
            <a:r>
              <a:rPr lang="en-IE" sz="2400" b="1" dirty="0">
                <a:solidFill>
                  <a:srgbClr val="7F0055"/>
                </a:solidFill>
                <a:latin typeface="Consolas"/>
              </a:rPr>
              <a:t>void</a:t>
            </a:r>
            <a:r>
              <a:rPr lang="en-IE" sz="2400" b="1" dirty="0">
                <a:solidFill>
                  <a:srgbClr val="000000"/>
                </a:solidFill>
                <a:latin typeface="Consolas"/>
              </a:rPr>
              <a:t> main (String </a:t>
            </a:r>
            <a:r>
              <a:rPr lang="en-IE" sz="2400" b="1" dirty="0" err="1">
                <a:solidFill>
                  <a:srgbClr val="6A3E3E"/>
                </a:solidFill>
                <a:latin typeface="Consolas"/>
              </a:rPr>
              <a:t>args</a:t>
            </a:r>
            <a:r>
              <a:rPr lang="en-IE" sz="2400" b="1" dirty="0">
                <a:solidFill>
                  <a:srgbClr val="000000"/>
                </a:solidFill>
                <a:latin typeface="Consolas"/>
              </a:rPr>
              <a:t>[]) {</a:t>
            </a:r>
          </a:p>
          <a:p>
            <a:pPr marL="0" indent="0">
              <a:buNone/>
            </a:pPr>
            <a:r>
              <a:rPr lang="en-IE" sz="2400" b="1" dirty="0">
                <a:solidFill>
                  <a:srgbClr val="7F0055"/>
                </a:solidFill>
                <a:latin typeface="Consolas"/>
              </a:rPr>
              <a:t>try</a:t>
            </a:r>
            <a:r>
              <a:rPr lang="en-IE" sz="2400" b="1" dirty="0">
                <a:solidFill>
                  <a:srgbClr val="000000"/>
                </a:solidFill>
                <a:latin typeface="Consolas"/>
              </a:rPr>
              <a:t> {</a:t>
            </a:r>
          </a:p>
          <a:p>
            <a:pPr marL="0" indent="0">
              <a:buNone/>
            </a:pPr>
            <a:r>
              <a:rPr lang="en-IE" sz="2400" dirty="0" err="1">
                <a:solidFill>
                  <a:srgbClr val="000000"/>
                </a:solidFill>
                <a:latin typeface="Consolas"/>
              </a:rPr>
              <a:t>InetAddress</a:t>
            </a:r>
            <a:r>
              <a:rPr lang="en-IE" sz="2400" dirty="0">
                <a:solidFill>
                  <a:srgbClr val="000000"/>
                </a:solidFill>
                <a:latin typeface="Consolas"/>
              </a:rPr>
              <a:t> </a:t>
            </a:r>
            <a:r>
              <a:rPr lang="en-IE" sz="2400" dirty="0">
                <a:solidFill>
                  <a:srgbClr val="6A3E3E"/>
                </a:solidFill>
                <a:latin typeface="Consolas"/>
              </a:rPr>
              <a:t>host1</a:t>
            </a:r>
            <a:r>
              <a:rPr lang="en-IE" sz="2400" dirty="0">
                <a:solidFill>
                  <a:srgbClr val="000000"/>
                </a:solidFill>
                <a:latin typeface="Consolas"/>
              </a:rPr>
              <a:t> = </a:t>
            </a:r>
            <a:r>
              <a:rPr lang="en-IE" sz="2400" dirty="0" err="1">
                <a:solidFill>
                  <a:srgbClr val="000000"/>
                </a:solidFill>
                <a:latin typeface="Consolas"/>
              </a:rPr>
              <a:t>InetAddress.</a:t>
            </a:r>
            <a:r>
              <a:rPr lang="en-IE" sz="2400" i="1" dirty="0" err="1">
                <a:solidFill>
                  <a:srgbClr val="000000"/>
                </a:solidFill>
                <a:latin typeface="Consolas"/>
              </a:rPr>
              <a:t>getByName</a:t>
            </a:r>
            <a:r>
              <a:rPr lang="en-IE" sz="2400" i="1" dirty="0">
                <a:solidFill>
                  <a:srgbClr val="000000"/>
                </a:solidFill>
                <a:latin typeface="Consolas"/>
              </a:rPr>
              <a:t>(</a:t>
            </a:r>
            <a:r>
              <a:rPr lang="en-IE" sz="2400" i="1" dirty="0">
                <a:solidFill>
                  <a:srgbClr val="2A00FF"/>
                </a:solidFill>
                <a:latin typeface="Consolas"/>
              </a:rPr>
              <a:t>"www.qau.edu.pk"</a:t>
            </a:r>
            <a:r>
              <a:rPr lang="en-IE" sz="2400" i="1" dirty="0">
                <a:solidFill>
                  <a:srgbClr val="000000"/>
                </a:solidFill>
                <a:latin typeface="Consolas"/>
              </a:rPr>
              <a:t>);</a:t>
            </a:r>
          </a:p>
          <a:p>
            <a:pPr marL="0" indent="0">
              <a:buNone/>
            </a:pPr>
            <a:r>
              <a:rPr lang="en-IE" sz="2400" dirty="0" err="1">
                <a:solidFill>
                  <a:srgbClr val="000000"/>
                </a:solidFill>
                <a:latin typeface="Consolas"/>
              </a:rPr>
              <a:t>InetAddress</a:t>
            </a:r>
            <a:r>
              <a:rPr lang="en-IE" sz="2400" dirty="0">
                <a:solidFill>
                  <a:srgbClr val="000000"/>
                </a:solidFill>
                <a:latin typeface="Consolas"/>
              </a:rPr>
              <a:t> </a:t>
            </a:r>
            <a:r>
              <a:rPr lang="en-IE" sz="2400" dirty="0">
                <a:solidFill>
                  <a:srgbClr val="6A3E3E"/>
                </a:solidFill>
                <a:latin typeface="Consolas"/>
              </a:rPr>
              <a:t>host2</a:t>
            </a:r>
            <a:r>
              <a:rPr lang="en-IE" sz="2400" dirty="0">
                <a:solidFill>
                  <a:srgbClr val="000000"/>
                </a:solidFill>
                <a:latin typeface="Consolas"/>
              </a:rPr>
              <a:t> = </a:t>
            </a:r>
            <a:r>
              <a:rPr lang="en-IE" sz="2400" dirty="0" err="1">
                <a:solidFill>
                  <a:srgbClr val="000000"/>
                </a:solidFill>
                <a:latin typeface="Consolas"/>
              </a:rPr>
              <a:t>InetAddress.</a:t>
            </a:r>
            <a:r>
              <a:rPr lang="en-IE" sz="2400" i="1" dirty="0" err="1">
                <a:solidFill>
                  <a:srgbClr val="000000"/>
                </a:solidFill>
                <a:latin typeface="Consolas"/>
              </a:rPr>
              <a:t>getByName</a:t>
            </a:r>
            <a:r>
              <a:rPr lang="en-IE" sz="2400" i="1" dirty="0">
                <a:solidFill>
                  <a:srgbClr val="000000"/>
                </a:solidFill>
                <a:latin typeface="Consolas"/>
              </a:rPr>
              <a:t>(</a:t>
            </a:r>
            <a:r>
              <a:rPr lang="en-IE" sz="2400" i="1" dirty="0">
                <a:solidFill>
                  <a:srgbClr val="2A00FF"/>
                </a:solidFill>
                <a:latin typeface="Consolas"/>
              </a:rPr>
              <a:t>"qau.edu.pk"</a:t>
            </a:r>
            <a:r>
              <a:rPr lang="en-IE" sz="2400" i="1" dirty="0">
                <a:solidFill>
                  <a:srgbClr val="000000"/>
                </a:solidFill>
                <a:latin typeface="Consolas"/>
              </a:rPr>
              <a:t>);</a:t>
            </a:r>
          </a:p>
          <a:p>
            <a:pPr marL="0" indent="0">
              <a:buNone/>
            </a:pPr>
            <a:endParaRPr lang="en-IE" sz="2400" dirty="0">
              <a:latin typeface="Consolas"/>
            </a:endParaRPr>
          </a:p>
          <a:p>
            <a:pPr marL="0" indent="0">
              <a:buNone/>
            </a:pPr>
            <a:r>
              <a:rPr lang="en-IE" sz="2400" dirty="0" err="1">
                <a:solidFill>
                  <a:srgbClr val="000000"/>
                </a:solidFill>
                <a:latin typeface="Consolas"/>
              </a:rPr>
              <a:t>System.</a:t>
            </a:r>
            <a:r>
              <a:rPr lang="en-IE" sz="2400" b="1" i="1" dirty="0" err="1">
                <a:solidFill>
                  <a:srgbClr val="0000C0"/>
                </a:solidFill>
                <a:latin typeface="Consolas"/>
              </a:rPr>
              <a:t>out</a:t>
            </a:r>
            <a:r>
              <a:rPr lang="en-IE" sz="2400" b="1" i="1" dirty="0" err="1">
                <a:solidFill>
                  <a:srgbClr val="000000"/>
                </a:solidFill>
                <a:latin typeface="Consolas"/>
              </a:rPr>
              <a:t>.println</a:t>
            </a:r>
            <a:r>
              <a:rPr lang="en-IE" sz="2400" b="1" i="1" dirty="0">
                <a:solidFill>
                  <a:srgbClr val="000000"/>
                </a:solidFill>
                <a:latin typeface="Consolas"/>
              </a:rPr>
              <a:t>(</a:t>
            </a:r>
            <a:r>
              <a:rPr lang="en-IE" sz="2400" b="1" i="1" dirty="0">
                <a:solidFill>
                  <a:srgbClr val="6A3E3E"/>
                </a:solidFill>
                <a:latin typeface="Consolas"/>
              </a:rPr>
              <a:t>host1</a:t>
            </a:r>
            <a:r>
              <a:rPr lang="en-IE" sz="2400" b="1" i="1" dirty="0">
                <a:solidFill>
                  <a:srgbClr val="000000"/>
                </a:solidFill>
                <a:latin typeface="Consolas"/>
              </a:rPr>
              <a:t>);</a:t>
            </a:r>
          </a:p>
          <a:p>
            <a:pPr marL="0" indent="0">
              <a:buNone/>
            </a:pPr>
            <a:r>
              <a:rPr lang="en-IE" sz="2400" dirty="0" err="1">
                <a:solidFill>
                  <a:srgbClr val="000000"/>
                </a:solidFill>
                <a:latin typeface="Consolas"/>
              </a:rPr>
              <a:t>System.</a:t>
            </a:r>
            <a:r>
              <a:rPr lang="en-IE" sz="2400" b="1" i="1" dirty="0" err="1">
                <a:solidFill>
                  <a:srgbClr val="0000C0"/>
                </a:solidFill>
                <a:latin typeface="Consolas"/>
              </a:rPr>
              <a:t>out</a:t>
            </a:r>
            <a:r>
              <a:rPr lang="en-IE" sz="2400" b="1" i="1" dirty="0" err="1">
                <a:solidFill>
                  <a:srgbClr val="000000"/>
                </a:solidFill>
                <a:latin typeface="Consolas"/>
              </a:rPr>
              <a:t>.println</a:t>
            </a:r>
            <a:r>
              <a:rPr lang="en-IE" sz="2400" b="1" i="1" dirty="0">
                <a:solidFill>
                  <a:srgbClr val="000000"/>
                </a:solidFill>
                <a:latin typeface="Consolas"/>
              </a:rPr>
              <a:t>(</a:t>
            </a:r>
            <a:r>
              <a:rPr lang="en-IE" sz="2400" b="1" i="1" dirty="0">
                <a:solidFill>
                  <a:srgbClr val="6A3E3E"/>
                </a:solidFill>
                <a:latin typeface="Consolas"/>
              </a:rPr>
              <a:t>host2</a:t>
            </a:r>
            <a:r>
              <a:rPr lang="en-IE" sz="2400" b="1" i="1" dirty="0">
                <a:solidFill>
                  <a:srgbClr val="000000"/>
                </a:solidFill>
                <a:latin typeface="Consolas"/>
              </a:rPr>
              <a:t>);</a:t>
            </a:r>
          </a:p>
          <a:p>
            <a:pPr marL="0" indent="0">
              <a:buNone/>
            </a:pPr>
            <a:endParaRPr lang="en-IE" sz="2400" dirty="0">
              <a:latin typeface="Consolas"/>
            </a:endParaRPr>
          </a:p>
          <a:p>
            <a:pPr marL="0" indent="0">
              <a:buNone/>
            </a:pPr>
            <a:r>
              <a:rPr lang="en-IE" sz="2400" b="1" dirty="0">
                <a:solidFill>
                  <a:srgbClr val="7F0055"/>
                </a:solidFill>
                <a:latin typeface="Consolas"/>
              </a:rPr>
              <a:t>if</a:t>
            </a:r>
            <a:r>
              <a:rPr lang="en-IE" sz="2400" b="1" dirty="0">
                <a:solidFill>
                  <a:srgbClr val="000000"/>
                </a:solidFill>
                <a:latin typeface="Consolas"/>
              </a:rPr>
              <a:t> (</a:t>
            </a:r>
            <a:r>
              <a:rPr lang="en-IE" sz="2400" b="1" dirty="0">
                <a:solidFill>
                  <a:srgbClr val="6A3E3E"/>
                </a:solidFill>
                <a:latin typeface="Consolas"/>
              </a:rPr>
              <a:t>host1</a:t>
            </a:r>
            <a:r>
              <a:rPr lang="en-IE" sz="2400" b="1" dirty="0">
                <a:solidFill>
                  <a:srgbClr val="000000"/>
                </a:solidFill>
                <a:latin typeface="Consolas"/>
              </a:rPr>
              <a:t>.equals(</a:t>
            </a:r>
            <a:r>
              <a:rPr lang="en-IE" sz="2400" b="1" dirty="0">
                <a:solidFill>
                  <a:srgbClr val="6A3E3E"/>
                </a:solidFill>
                <a:latin typeface="Consolas"/>
              </a:rPr>
              <a:t>host2</a:t>
            </a:r>
            <a:r>
              <a:rPr lang="en-IE" sz="2400" b="1" dirty="0">
                <a:solidFill>
                  <a:srgbClr val="000000"/>
                </a:solidFill>
                <a:latin typeface="Consolas"/>
              </a:rPr>
              <a:t>)) {</a:t>
            </a:r>
          </a:p>
          <a:p>
            <a:pPr marL="0" indent="0">
              <a:buNone/>
            </a:pPr>
            <a:r>
              <a:rPr lang="en-IE" sz="2400" dirty="0" err="1">
                <a:solidFill>
                  <a:srgbClr val="000000"/>
                </a:solidFill>
                <a:latin typeface="Consolas"/>
              </a:rPr>
              <a:t>System.</a:t>
            </a:r>
            <a:r>
              <a:rPr lang="en-IE" sz="2400" b="1" i="1" dirty="0" err="1">
                <a:solidFill>
                  <a:srgbClr val="0000C0"/>
                </a:solidFill>
                <a:latin typeface="Consolas"/>
              </a:rPr>
              <a:t>out</a:t>
            </a:r>
            <a:r>
              <a:rPr lang="en-IE" sz="2400" b="1" i="1" dirty="0" err="1">
                <a:solidFill>
                  <a:srgbClr val="000000"/>
                </a:solidFill>
                <a:latin typeface="Consolas"/>
              </a:rPr>
              <a:t>.println</a:t>
            </a:r>
            <a:r>
              <a:rPr lang="en-IE" sz="2400" b="1" i="1" dirty="0">
                <a:solidFill>
                  <a:srgbClr val="000000"/>
                </a:solidFill>
                <a:latin typeface="Consolas"/>
              </a:rPr>
              <a:t>(</a:t>
            </a:r>
            <a:r>
              <a:rPr lang="en-IE" sz="2400" b="1" i="1" dirty="0">
                <a:solidFill>
                  <a:srgbClr val="2A00FF"/>
                </a:solidFill>
                <a:latin typeface="Consolas"/>
              </a:rPr>
              <a:t>"Host1 is the same as host2"</a:t>
            </a:r>
            <a:r>
              <a:rPr lang="en-IE" sz="2400" b="1" i="1" dirty="0">
                <a:solidFill>
                  <a:srgbClr val="000000"/>
                </a:solidFill>
                <a:latin typeface="Consolas"/>
              </a:rPr>
              <a:t>);</a:t>
            </a:r>
          </a:p>
          <a:p>
            <a:pPr marL="0" indent="0">
              <a:buNone/>
            </a:pPr>
            <a:r>
              <a:rPr lang="en-IE" sz="2400" dirty="0">
                <a:solidFill>
                  <a:srgbClr val="000000"/>
                </a:solidFill>
                <a:latin typeface="Consolas"/>
              </a:rPr>
              <a:t>} </a:t>
            </a:r>
            <a:r>
              <a:rPr lang="en-IE" sz="2400" b="1" dirty="0">
                <a:solidFill>
                  <a:srgbClr val="7F0055"/>
                </a:solidFill>
                <a:latin typeface="Consolas"/>
              </a:rPr>
              <a:t>else</a:t>
            </a:r>
            <a:r>
              <a:rPr lang="en-IE" sz="2400" b="1" dirty="0">
                <a:solidFill>
                  <a:srgbClr val="000000"/>
                </a:solidFill>
                <a:latin typeface="Consolas"/>
              </a:rPr>
              <a:t> {</a:t>
            </a:r>
          </a:p>
          <a:p>
            <a:pPr marL="0" indent="0">
              <a:buNone/>
            </a:pPr>
            <a:r>
              <a:rPr lang="en-IE" sz="2400" dirty="0" err="1">
                <a:solidFill>
                  <a:srgbClr val="000000"/>
                </a:solidFill>
                <a:latin typeface="Consolas"/>
              </a:rPr>
              <a:t>System.</a:t>
            </a:r>
            <a:r>
              <a:rPr lang="en-IE" sz="2400" b="1" i="1" dirty="0" err="1">
                <a:solidFill>
                  <a:srgbClr val="0000C0"/>
                </a:solidFill>
                <a:latin typeface="Consolas"/>
              </a:rPr>
              <a:t>out</a:t>
            </a:r>
            <a:r>
              <a:rPr lang="en-IE" sz="2400" b="1" i="1" dirty="0" err="1">
                <a:solidFill>
                  <a:srgbClr val="000000"/>
                </a:solidFill>
                <a:latin typeface="Consolas"/>
              </a:rPr>
              <a:t>.println</a:t>
            </a:r>
            <a:r>
              <a:rPr lang="en-IE" sz="2400" b="1" i="1" dirty="0">
                <a:solidFill>
                  <a:srgbClr val="000000"/>
                </a:solidFill>
                <a:latin typeface="Consolas"/>
              </a:rPr>
              <a:t>(</a:t>
            </a:r>
            <a:r>
              <a:rPr lang="en-IE" sz="2400" b="1" i="1" dirty="0">
                <a:solidFill>
                  <a:srgbClr val="2A00FF"/>
                </a:solidFill>
                <a:latin typeface="Consolas"/>
              </a:rPr>
              <a:t>"Host1 is not the same as Host2"</a:t>
            </a:r>
            <a:r>
              <a:rPr lang="en-IE" sz="2400" b="1" i="1" dirty="0">
                <a:solidFill>
                  <a:srgbClr val="000000"/>
                </a:solidFill>
                <a:latin typeface="Consolas"/>
              </a:rPr>
              <a:t>);</a:t>
            </a:r>
          </a:p>
          <a:p>
            <a:pPr marL="0" indent="0">
              <a:buNone/>
            </a:pPr>
            <a:r>
              <a:rPr lang="en-IE" sz="2400" dirty="0">
                <a:solidFill>
                  <a:srgbClr val="000000"/>
                </a:solidFill>
                <a:latin typeface="Consolas"/>
              </a:rPr>
              <a:t>}</a:t>
            </a:r>
          </a:p>
          <a:p>
            <a:pPr marL="0" indent="0">
              <a:buNone/>
            </a:pPr>
            <a:r>
              <a:rPr lang="en-IE" sz="2400" dirty="0">
                <a:solidFill>
                  <a:srgbClr val="000000"/>
                </a:solidFill>
                <a:latin typeface="Consolas"/>
              </a:rPr>
              <a:t>} </a:t>
            </a:r>
            <a:r>
              <a:rPr lang="en-IE" sz="2400" b="1" dirty="0">
                <a:solidFill>
                  <a:srgbClr val="7F0055"/>
                </a:solidFill>
                <a:latin typeface="Consolas"/>
              </a:rPr>
              <a:t>catch</a:t>
            </a:r>
            <a:r>
              <a:rPr lang="en-IE" sz="2400" b="1" dirty="0">
                <a:solidFill>
                  <a:srgbClr val="000000"/>
                </a:solidFill>
                <a:latin typeface="Consolas"/>
              </a:rPr>
              <a:t> (Exception </a:t>
            </a:r>
            <a:r>
              <a:rPr lang="en-IE" sz="2400" b="1" dirty="0">
                <a:solidFill>
                  <a:srgbClr val="6A3E3E"/>
                </a:solidFill>
                <a:latin typeface="Consolas"/>
              </a:rPr>
              <a:t>ex</a:t>
            </a:r>
            <a:r>
              <a:rPr lang="en-IE" sz="2400" b="1" dirty="0">
                <a:solidFill>
                  <a:srgbClr val="000000"/>
                </a:solidFill>
                <a:latin typeface="Consolas"/>
              </a:rPr>
              <a:t>) {</a:t>
            </a:r>
          </a:p>
          <a:p>
            <a:pPr marL="0" indent="0">
              <a:buNone/>
            </a:pPr>
            <a:r>
              <a:rPr lang="en-IE" sz="2400" dirty="0" err="1">
                <a:solidFill>
                  <a:srgbClr val="000000"/>
                </a:solidFill>
                <a:latin typeface="Consolas"/>
              </a:rPr>
              <a:t>System.</a:t>
            </a:r>
            <a:r>
              <a:rPr lang="en-IE" sz="2400" b="1" i="1" dirty="0" err="1">
                <a:solidFill>
                  <a:srgbClr val="0000C0"/>
                </a:solidFill>
                <a:latin typeface="Consolas"/>
              </a:rPr>
              <a:t>out</a:t>
            </a:r>
            <a:r>
              <a:rPr lang="en-IE" sz="2400" b="1" i="1" dirty="0" err="1">
                <a:solidFill>
                  <a:srgbClr val="000000"/>
                </a:solidFill>
                <a:latin typeface="Consolas"/>
              </a:rPr>
              <a:t>.println</a:t>
            </a:r>
            <a:r>
              <a:rPr lang="en-IE" sz="2400" b="1" i="1" dirty="0">
                <a:solidFill>
                  <a:srgbClr val="000000"/>
                </a:solidFill>
                <a:latin typeface="Consolas"/>
              </a:rPr>
              <a:t>(</a:t>
            </a:r>
            <a:r>
              <a:rPr lang="en-IE" sz="2400" b="1" i="1" dirty="0" err="1">
                <a:solidFill>
                  <a:srgbClr val="6A3E3E"/>
                </a:solidFill>
                <a:latin typeface="Consolas"/>
              </a:rPr>
              <a:t>ex</a:t>
            </a:r>
            <a:r>
              <a:rPr lang="en-IE" sz="2400" b="1" i="1" dirty="0" err="1">
                <a:solidFill>
                  <a:srgbClr val="000000"/>
                </a:solidFill>
                <a:latin typeface="Consolas"/>
              </a:rPr>
              <a:t>.getLocalizedMessage</a:t>
            </a:r>
            <a:r>
              <a:rPr lang="en-IE" sz="2400" b="1" i="1" dirty="0">
                <a:solidFill>
                  <a:srgbClr val="000000"/>
                </a:solidFill>
                <a:latin typeface="Consolas"/>
              </a:rPr>
              <a:t>());</a:t>
            </a:r>
          </a:p>
          <a:p>
            <a:pPr marL="0" indent="0">
              <a:buNone/>
            </a:pPr>
            <a:r>
              <a:rPr lang="en-IE" sz="2400" dirty="0">
                <a:solidFill>
                  <a:srgbClr val="000000"/>
                </a:solidFill>
                <a:latin typeface="Consolas"/>
              </a:rPr>
              <a:t>}</a:t>
            </a:r>
          </a:p>
          <a:p>
            <a:pPr marL="0" indent="0">
              <a:buNone/>
            </a:pPr>
            <a:r>
              <a:rPr lang="en-IE" sz="2400" dirty="0">
                <a:solidFill>
                  <a:srgbClr val="000000"/>
                </a:solidFill>
                <a:latin typeface="Consolas"/>
              </a:rPr>
              <a:t>}</a:t>
            </a:r>
          </a:p>
          <a:p>
            <a:pPr marL="0" indent="0">
              <a:buNone/>
            </a:pPr>
            <a:r>
              <a:rPr lang="en-IE" sz="2400" dirty="0">
                <a:solidFill>
                  <a:srgbClr val="000000"/>
                </a:solidFill>
                <a:latin typeface="Consolas"/>
              </a:rPr>
              <a:t>}</a:t>
            </a:r>
          </a:p>
          <a:p>
            <a:pPr marL="0" indent="0">
              <a:buNone/>
            </a:pPr>
            <a:endParaRPr lang="en-IE" sz="2400" dirty="0"/>
          </a:p>
          <a:p>
            <a:r>
              <a:rPr lang="en-IE" sz="2400" dirty="0"/>
              <a:t>An object is equal to an </a:t>
            </a:r>
            <a:r>
              <a:rPr lang="en-IE" sz="2400" dirty="0" err="1"/>
              <a:t>InetAddress</a:t>
            </a:r>
            <a:r>
              <a:rPr lang="en-IE" sz="2400" dirty="0"/>
              <a:t> object only if it is itself an instance of the </a:t>
            </a:r>
            <a:r>
              <a:rPr lang="en-IE" sz="2400" dirty="0" err="1"/>
              <a:t>InetAddress</a:t>
            </a:r>
            <a:r>
              <a:rPr lang="en-IE" sz="2400" dirty="0"/>
              <a:t> class and it has the same IP address.</a:t>
            </a:r>
            <a:endParaRPr lang="en-IE" sz="2400" b="1" dirty="0"/>
          </a:p>
        </p:txBody>
      </p:sp>
    </p:spTree>
    <p:extLst>
      <p:ext uri="{BB962C8B-B14F-4D97-AF65-F5344CB8AC3E}">
        <p14:creationId xmlns:p14="http://schemas.microsoft.com/office/powerpoint/2010/main" val="30978578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noAutofit/>
          </a:bodyPr>
          <a:lstStyle/>
          <a:p>
            <a:r>
              <a:rPr lang="en-US" altLang="en-US" sz="4000" i="1" dirty="0"/>
              <a:t>Network Interface</a:t>
            </a:r>
            <a:endParaRPr lang="en-US" altLang="en-US" sz="4000" dirty="0"/>
          </a:p>
        </p:txBody>
      </p:sp>
      <p:sp>
        <p:nvSpPr>
          <p:cNvPr id="16387" name="Rectangle 3"/>
          <p:cNvSpPr>
            <a:spLocks noGrp="1" noChangeArrowheads="1"/>
          </p:cNvSpPr>
          <p:nvPr>
            <p:ph type="body" idx="1"/>
          </p:nvPr>
        </p:nvSpPr>
        <p:spPr>
          <a:xfrm>
            <a:off x="76200" y="685800"/>
            <a:ext cx="8991600" cy="6172200"/>
          </a:xfrm>
        </p:spPr>
        <p:txBody>
          <a:bodyPr>
            <a:normAutofit/>
          </a:bodyPr>
          <a:lstStyle/>
          <a:p>
            <a:r>
              <a:rPr lang="en-IE" sz="2400" dirty="0" err="1">
                <a:solidFill>
                  <a:schemeClr val="tx2"/>
                </a:solidFill>
              </a:rPr>
              <a:t>NetworkInterface</a:t>
            </a:r>
            <a:r>
              <a:rPr lang="en-IE" sz="2400" dirty="0">
                <a:solidFill>
                  <a:schemeClr val="tx2"/>
                </a:solidFill>
              </a:rPr>
              <a:t> </a:t>
            </a:r>
            <a:r>
              <a:rPr lang="en-IE" sz="2400" dirty="0"/>
              <a:t>objects represent physical hardware and virtual addresses, </a:t>
            </a:r>
            <a:r>
              <a:rPr lang="en-IE" sz="2400" dirty="0">
                <a:solidFill>
                  <a:schemeClr val="tx2"/>
                </a:solidFill>
              </a:rPr>
              <a:t>they cannot be constructed arbitrarily</a:t>
            </a:r>
            <a:r>
              <a:rPr lang="en-IE" sz="2400" dirty="0"/>
              <a:t>. </a:t>
            </a:r>
          </a:p>
          <a:p>
            <a:r>
              <a:rPr lang="en-IE" sz="2400" dirty="0"/>
              <a:t>There are static factory methods that return the </a:t>
            </a:r>
            <a:r>
              <a:rPr lang="en-IE" sz="2400" dirty="0" err="1"/>
              <a:t>NetworkInterface</a:t>
            </a:r>
            <a:r>
              <a:rPr lang="en-IE" sz="2400" dirty="0"/>
              <a:t> object associated with a particular network interface.</a:t>
            </a:r>
          </a:p>
          <a:p>
            <a:pPr marL="0" indent="0">
              <a:buNone/>
            </a:pPr>
            <a:r>
              <a:rPr lang="en-IE" sz="2400" b="1" dirty="0">
                <a:solidFill>
                  <a:srgbClr val="00669A"/>
                </a:solidFill>
                <a:latin typeface="UbuntuMono-Bold"/>
              </a:rPr>
              <a:t>try </a:t>
            </a:r>
            <a:r>
              <a:rPr lang="en-IE" sz="2400" dirty="0">
                <a:solidFill>
                  <a:srgbClr val="555555"/>
                </a:solidFill>
                <a:latin typeface="UbuntuMono-Regular"/>
              </a:rPr>
              <a:t>{</a:t>
            </a:r>
          </a:p>
          <a:p>
            <a:pPr marL="0" indent="0">
              <a:buNone/>
            </a:pPr>
            <a:r>
              <a:rPr lang="en-IE" sz="2400" dirty="0" err="1">
                <a:solidFill>
                  <a:srgbClr val="000089"/>
                </a:solidFill>
                <a:latin typeface="UbuntuMono-Regular"/>
              </a:rPr>
              <a:t>NetworkInterface</a:t>
            </a:r>
            <a:r>
              <a:rPr lang="en-IE" sz="2400" dirty="0">
                <a:solidFill>
                  <a:srgbClr val="000089"/>
                </a:solidFill>
                <a:latin typeface="UbuntuMono-Regular"/>
              </a:rPr>
              <a:t> </a:t>
            </a:r>
            <a:r>
              <a:rPr lang="en-IE" sz="2400" dirty="0" err="1">
                <a:solidFill>
                  <a:srgbClr val="000089"/>
                </a:solidFill>
                <a:latin typeface="UbuntuMono-Regular"/>
              </a:rPr>
              <a:t>ni</a:t>
            </a:r>
            <a:r>
              <a:rPr lang="en-IE" sz="2400" dirty="0">
                <a:solidFill>
                  <a:srgbClr val="000089"/>
                </a:solidFill>
                <a:latin typeface="UbuntuMono-Regular"/>
              </a:rPr>
              <a:t> </a:t>
            </a:r>
            <a:r>
              <a:rPr lang="en-IE" sz="2400" dirty="0">
                <a:solidFill>
                  <a:srgbClr val="555555"/>
                </a:solidFill>
                <a:latin typeface="UbuntuMono-Regular"/>
              </a:rPr>
              <a:t>= </a:t>
            </a:r>
            <a:r>
              <a:rPr lang="en-IE" sz="2400" dirty="0" err="1">
                <a:solidFill>
                  <a:srgbClr val="000089"/>
                </a:solidFill>
                <a:latin typeface="UbuntuMono-Regular"/>
              </a:rPr>
              <a:t>NetworkInterface</a:t>
            </a:r>
            <a:r>
              <a:rPr lang="en-IE" sz="2400" dirty="0" err="1">
                <a:solidFill>
                  <a:srgbClr val="555555"/>
                </a:solidFill>
                <a:latin typeface="UbuntuMono-Regular"/>
              </a:rPr>
              <a:t>.</a:t>
            </a:r>
            <a:r>
              <a:rPr lang="en-IE" sz="2400" dirty="0" err="1">
                <a:solidFill>
                  <a:srgbClr val="33009A"/>
                </a:solidFill>
                <a:latin typeface="UbuntuMono-Regular"/>
              </a:rPr>
              <a:t>getByName</a:t>
            </a:r>
            <a:r>
              <a:rPr lang="en-IE" sz="2400" dirty="0">
                <a:solidFill>
                  <a:srgbClr val="555555"/>
                </a:solidFill>
                <a:latin typeface="UbuntuMono-Regular"/>
              </a:rPr>
              <a:t>(</a:t>
            </a:r>
            <a:r>
              <a:rPr lang="en-IE" sz="2400" dirty="0">
                <a:solidFill>
                  <a:srgbClr val="CD3300"/>
                </a:solidFill>
                <a:latin typeface="UbuntuMono-Regular"/>
              </a:rPr>
              <a:t>"eth0"</a:t>
            </a:r>
            <a:r>
              <a:rPr lang="en-IE" sz="2400" dirty="0">
                <a:solidFill>
                  <a:srgbClr val="555555"/>
                </a:solidFill>
                <a:latin typeface="UbuntuMono-Regular"/>
              </a:rPr>
              <a:t>);</a:t>
            </a:r>
          </a:p>
          <a:p>
            <a:pPr marL="0" indent="0">
              <a:buNone/>
            </a:pPr>
            <a:r>
              <a:rPr lang="en-IE" sz="2400" b="1" dirty="0">
                <a:solidFill>
                  <a:srgbClr val="00669A"/>
                </a:solidFill>
                <a:latin typeface="UbuntuMono-Bold"/>
              </a:rPr>
              <a:t>if </a:t>
            </a:r>
            <a:r>
              <a:rPr lang="en-IE" sz="2400" dirty="0">
                <a:solidFill>
                  <a:srgbClr val="555555"/>
                </a:solidFill>
                <a:latin typeface="UbuntuMono-Regular"/>
              </a:rPr>
              <a:t>(</a:t>
            </a:r>
            <a:r>
              <a:rPr lang="en-IE" sz="2400" dirty="0" err="1">
                <a:solidFill>
                  <a:srgbClr val="000089"/>
                </a:solidFill>
                <a:latin typeface="UbuntuMono-Regular"/>
              </a:rPr>
              <a:t>ni</a:t>
            </a:r>
            <a:r>
              <a:rPr lang="en-IE" sz="2400" dirty="0">
                <a:solidFill>
                  <a:srgbClr val="000089"/>
                </a:solidFill>
                <a:latin typeface="UbuntuMono-Regular"/>
              </a:rPr>
              <a:t> </a:t>
            </a:r>
            <a:r>
              <a:rPr lang="en-IE" sz="2400" dirty="0">
                <a:solidFill>
                  <a:srgbClr val="555555"/>
                </a:solidFill>
                <a:latin typeface="UbuntuMono-Regular"/>
              </a:rPr>
              <a:t>== </a:t>
            </a:r>
            <a:r>
              <a:rPr lang="en-IE" sz="2400" b="1" dirty="0">
                <a:solidFill>
                  <a:srgbClr val="00669A"/>
                </a:solidFill>
                <a:latin typeface="UbuntuMono-Bold"/>
              </a:rPr>
              <a:t>null</a:t>
            </a:r>
            <a:r>
              <a:rPr lang="en-IE" sz="2400" dirty="0">
                <a:solidFill>
                  <a:srgbClr val="555555"/>
                </a:solidFill>
                <a:latin typeface="UbuntuMono-Regular"/>
              </a:rPr>
              <a:t>) {</a:t>
            </a:r>
          </a:p>
          <a:p>
            <a:pPr marL="0" indent="0">
              <a:buNone/>
            </a:pPr>
            <a:r>
              <a:rPr lang="en-IE" sz="2400" dirty="0">
                <a:solidFill>
                  <a:srgbClr val="000089"/>
                </a:solidFill>
                <a:latin typeface="UbuntuMono-Regular"/>
              </a:rPr>
              <a:t>	</a:t>
            </a:r>
            <a:r>
              <a:rPr lang="en-IE" sz="2400" dirty="0" err="1">
                <a:solidFill>
                  <a:srgbClr val="000089"/>
                </a:solidFill>
                <a:latin typeface="UbuntuMono-Regular"/>
              </a:rPr>
              <a:t>System</a:t>
            </a:r>
            <a:r>
              <a:rPr lang="en-IE" sz="2400" dirty="0" err="1">
                <a:solidFill>
                  <a:srgbClr val="555555"/>
                </a:solidFill>
                <a:latin typeface="UbuntuMono-Regular"/>
              </a:rPr>
              <a:t>.</a:t>
            </a:r>
            <a:r>
              <a:rPr lang="en-IE" sz="2400" dirty="0" err="1">
                <a:solidFill>
                  <a:srgbClr val="33009A"/>
                </a:solidFill>
                <a:latin typeface="UbuntuMono-Regular"/>
              </a:rPr>
              <a:t>err</a:t>
            </a:r>
            <a:r>
              <a:rPr lang="en-IE" sz="2400" dirty="0" err="1">
                <a:solidFill>
                  <a:srgbClr val="555555"/>
                </a:solidFill>
                <a:latin typeface="UbuntuMono-Regular"/>
              </a:rPr>
              <a:t>.</a:t>
            </a:r>
            <a:r>
              <a:rPr lang="en-IE" sz="2400" dirty="0" err="1">
                <a:solidFill>
                  <a:srgbClr val="33009A"/>
                </a:solidFill>
                <a:latin typeface="UbuntuMono-Regular"/>
              </a:rPr>
              <a:t>println</a:t>
            </a:r>
            <a:r>
              <a:rPr lang="en-IE" sz="2400" dirty="0">
                <a:solidFill>
                  <a:srgbClr val="555555"/>
                </a:solidFill>
                <a:latin typeface="UbuntuMono-Regular"/>
              </a:rPr>
              <a:t>(</a:t>
            </a:r>
            <a:r>
              <a:rPr lang="en-IE" sz="2400" dirty="0">
                <a:solidFill>
                  <a:srgbClr val="CD3300"/>
                </a:solidFill>
                <a:latin typeface="UbuntuMono-Regular"/>
              </a:rPr>
              <a:t>"No such interface: eth0"</a:t>
            </a:r>
            <a:r>
              <a:rPr lang="en-IE" sz="2400" dirty="0">
                <a:solidFill>
                  <a:srgbClr val="555555"/>
                </a:solidFill>
                <a:latin typeface="UbuntuMono-Regular"/>
              </a:rPr>
              <a:t>);</a:t>
            </a:r>
          </a:p>
          <a:p>
            <a:pPr marL="0" indent="0">
              <a:buNone/>
            </a:pPr>
            <a:r>
              <a:rPr lang="en-IE" sz="2400" dirty="0">
                <a:solidFill>
                  <a:srgbClr val="555555"/>
                </a:solidFill>
                <a:latin typeface="UbuntuMono-Regular"/>
              </a:rPr>
              <a:t>}</a:t>
            </a:r>
          </a:p>
          <a:p>
            <a:pPr marL="0" indent="0">
              <a:buNone/>
            </a:pPr>
            <a:r>
              <a:rPr lang="en-IE" sz="2400" dirty="0">
                <a:solidFill>
                  <a:srgbClr val="555555"/>
                </a:solidFill>
                <a:latin typeface="UbuntuMono-Regular"/>
              </a:rPr>
              <a:t>} </a:t>
            </a:r>
            <a:r>
              <a:rPr lang="en-IE" sz="2400" b="1" dirty="0">
                <a:solidFill>
                  <a:srgbClr val="00669A"/>
                </a:solidFill>
                <a:latin typeface="UbuntuMono-Bold"/>
              </a:rPr>
              <a:t>catch </a:t>
            </a:r>
            <a:r>
              <a:rPr lang="en-IE" sz="2400" dirty="0">
                <a:solidFill>
                  <a:srgbClr val="555555"/>
                </a:solidFill>
                <a:latin typeface="UbuntuMono-Regular"/>
              </a:rPr>
              <a:t>(</a:t>
            </a:r>
            <a:r>
              <a:rPr lang="en-IE" sz="2400" dirty="0" err="1">
                <a:solidFill>
                  <a:srgbClr val="000089"/>
                </a:solidFill>
                <a:latin typeface="UbuntuMono-Regular"/>
              </a:rPr>
              <a:t>SocketException</a:t>
            </a:r>
            <a:r>
              <a:rPr lang="en-IE" sz="2400" dirty="0">
                <a:solidFill>
                  <a:srgbClr val="000089"/>
                </a:solidFill>
                <a:latin typeface="UbuntuMono-Regular"/>
              </a:rPr>
              <a:t> ex</a:t>
            </a:r>
            <a:r>
              <a:rPr lang="en-IE" sz="2400" dirty="0">
                <a:solidFill>
                  <a:srgbClr val="555555"/>
                </a:solidFill>
                <a:latin typeface="UbuntuMono-Regular"/>
              </a:rPr>
              <a:t>) {</a:t>
            </a:r>
          </a:p>
          <a:p>
            <a:pPr marL="0" indent="0">
              <a:buNone/>
            </a:pPr>
            <a:r>
              <a:rPr lang="en-IE" sz="2400" dirty="0">
                <a:solidFill>
                  <a:srgbClr val="000089"/>
                </a:solidFill>
                <a:latin typeface="UbuntuMono-Regular"/>
              </a:rPr>
              <a:t>	</a:t>
            </a:r>
            <a:r>
              <a:rPr lang="en-IE" sz="2400" dirty="0" err="1">
                <a:solidFill>
                  <a:srgbClr val="000089"/>
                </a:solidFill>
                <a:latin typeface="UbuntuMono-Regular"/>
              </a:rPr>
              <a:t>System</a:t>
            </a:r>
            <a:r>
              <a:rPr lang="en-IE" sz="2400" dirty="0" err="1">
                <a:solidFill>
                  <a:srgbClr val="555555"/>
                </a:solidFill>
                <a:latin typeface="UbuntuMono-Regular"/>
              </a:rPr>
              <a:t>.</a:t>
            </a:r>
            <a:r>
              <a:rPr lang="en-IE" sz="2400" dirty="0" err="1">
                <a:solidFill>
                  <a:srgbClr val="33009A"/>
                </a:solidFill>
                <a:latin typeface="UbuntuMono-Regular"/>
              </a:rPr>
              <a:t>err</a:t>
            </a:r>
            <a:r>
              <a:rPr lang="en-IE" sz="2400" dirty="0" err="1">
                <a:solidFill>
                  <a:srgbClr val="555555"/>
                </a:solidFill>
                <a:latin typeface="UbuntuMono-Regular"/>
              </a:rPr>
              <a:t>.</a:t>
            </a:r>
            <a:r>
              <a:rPr lang="en-IE" sz="2400" dirty="0" err="1">
                <a:solidFill>
                  <a:srgbClr val="33009A"/>
                </a:solidFill>
                <a:latin typeface="UbuntuMono-Regular"/>
              </a:rPr>
              <a:t>println</a:t>
            </a:r>
            <a:r>
              <a:rPr lang="en-IE" sz="2400" dirty="0">
                <a:solidFill>
                  <a:srgbClr val="555555"/>
                </a:solidFill>
                <a:latin typeface="UbuntuMono-Regular"/>
              </a:rPr>
              <a:t>(</a:t>
            </a:r>
            <a:r>
              <a:rPr lang="en-IE" sz="2400" dirty="0">
                <a:solidFill>
                  <a:srgbClr val="CD3300"/>
                </a:solidFill>
                <a:latin typeface="UbuntuMono-Regular"/>
              </a:rPr>
              <a:t>"Could not list sockets."</a:t>
            </a:r>
            <a:r>
              <a:rPr lang="en-IE" sz="2400" dirty="0">
                <a:solidFill>
                  <a:srgbClr val="555555"/>
                </a:solidFill>
                <a:latin typeface="UbuntuMono-Regular"/>
              </a:rPr>
              <a:t>);</a:t>
            </a:r>
          </a:p>
          <a:p>
            <a:pPr marL="0" indent="0">
              <a:buNone/>
            </a:pPr>
            <a:r>
              <a:rPr lang="en-IE" sz="2400" dirty="0">
                <a:solidFill>
                  <a:srgbClr val="555555"/>
                </a:solidFill>
                <a:latin typeface="UbuntuMono-Regular"/>
              </a:rPr>
              <a:t>}</a:t>
            </a:r>
            <a:endParaRPr lang="en-IE" sz="2400" b="1" dirty="0"/>
          </a:p>
        </p:txBody>
      </p:sp>
    </p:spTree>
    <p:extLst>
      <p:ext uri="{BB962C8B-B14F-4D97-AF65-F5344CB8AC3E}">
        <p14:creationId xmlns:p14="http://schemas.microsoft.com/office/powerpoint/2010/main" val="2455980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noAutofit/>
          </a:bodyPr>
          <a:lstStyle/>
          <a:p>
            <a:r>
              <a:rPr lang="en-US" altLang="en-US" sz="4000" i="1" dirty="0"/>
              <a:t>Network Interface</a:t>
            </a:r>
            <a:endParaRPr lang="en-US" altLang="en-US" sz="4000" dirty="0"/>
          </a:p>
        </p:txBody>
      </p:sp>
      <p:sp>
        <p:nvSpPr>
          <p:cNvPr id="16387" name="Rectangle 3"/>
          <p:cNvSpPr>
            <a:spLocks noGrp="1" noChangeArrowheads="1"/>
          </p:cNvSpPr>
          <p:nvPr>
            <p:ph type="body" idx="1"/>
          </p:nvPr>
        </p:nvSpPr>
        <p:spPr>
          <a:xfrm>
            <a:off x="26670" y="685800"/>
            <a:ext cx="8991600" cy="6172200"/>
          </a:xfrm>
        </p:spPr>
        <p:txBody>
          <a:bodyPr>
            <a:normAutofit/>
          </a:bodyPr>
          <a:lstStyle/>
          <a:p>
            <a:pPr marL="0" indent="0">
              <a:buNone/>
            </a:pPr>
            <a:r>
              <a:rPr lang="en-IE" sz="2400" b="1" dirty="0">
                <a:solidFill>
                  <a:srgbClr val="00669A"/>
                </a:solidFill>
                <a:latin typeface="UbuntuMono-Bold"/>
              </a:rPr>
              <a:t>try </a:t>
            </a:r>
            <a:r>
              <a:rPr lang="en-IE" sz="2400" dirty="0">
                <a:solidFill>
                  <a:srgbClr val="555555"/>
                </a:solidFill>
                <a:latin typeface="UbuntuMono-Regular"/>
              </a:rPr>
              <a:t>{</a:t>
            </a:r>
          </a:p>
          <a:p>
            <a:pPr marL="0" indent="0">
              <a:buNone/>
            </a:pPr>
            <a:r>
              <a:rPr lang="en-IE" sz="2400" dirty="0" err="1">
                <a:solidFill>
                  <a:srgbClr val="000089"/>
                </a:solidFill>
                <a:latin typeface="UbuntuMono-Regular"/>
              </a:rPr>
              <a:t>InetAddress</a:t>
            </a:r>
            <a:r>
              <a:rPr lang="en-IE" sz="2400" dirty="0">
                <a:solidFill>
                  <a:srgbClr val="000089"/>
                </a:solidFill>
                <a:latin typeface="UbuntuMono-Regular"/>
              </a:rPr>
              <a:t> local </a:t>
            </a:r>
            <a:r>
              <a:rPr lang="en-IE" sz="2400" dirty="0">
                <a:solidFill>
                  <a:srgbClr val="555555"/>
                </a:solidFill>
                <a:latin typeface="UbuntuMono-Regular"/>
              </a:rPr>
              <a:t>= </a:t>
            </a:r>
            <a:r>
              <a:rPr lang="en-IE" sz="2400" dirty="0" err="1">
                <a:solidFill>
                  <a:srgbClr val="000089"/>
                </a:solidFill>
                <a:latin typeface="UbuntuMono-Regular"/>
              </a:rPr>
              <a:t>InetAddress</a:t>
            </a:r>
            <a:r>
              <a:rPr lang="en-IE" sz="2400" dirty="0" err="1">
                <a:solidFill>
                  <a:srgbClr val="555555"/>
                </a:solidFill>
                <a:latin typeface="UbuntuMono-Regular"/>
              </a:rPr>
              <a:t>.</a:t>
            </a:r>
            <a:r>
              <a:rPr lang="en-IE" sz="2400" dirty="0" err="1">
                <a:solidFill>
                  <a:srgbClr val="33009A"/>
                </a:solidFill>
                <a:latin typeface="UbuntuMono-Regular"/>
              </a:rPr>
              <a:t>getByName</a:t>
            </a:r>
            <a:r>
              <a:rPr lang="en-IE" sz="2400" dirty="0">
                <a:solidFill>
                  <a:srgbClr val="555555"/>
                </a:solidFill>
                <a:latin typeface="UbuntuMono-Regular"/>
              </a:rPr>
              <a:t>(</a:t>
            </a:r>
            <a:r>
              <a:rPr lang="en-IE" sz="2400" dirty="0">
                <a:solidFill>
                  <a:srgbClr val="CD3300"/>
                </a:solidFill>
                <a:latin typeface="UbuntuMono-Regular"/>
              </a:rPr>
              <a:t>"127.0.0.1"</a:t>
            </a:r>
            <a:r>
              <a:rPr lang="en-IE" sz="2400" dirty="0">
                <a:solidFill>
                  <a:srgbClr val="555555"/>
                </a:solidFill>
                <a:latin typeface="UbuntuMono-Regular"/>
              </a:rPr>
              <a:t>);</a:t>
            </a:r>
          </a:p>
          <a:p>
            <a:pPr marL="0" indent="0">
              <a:buNone/>
            </a:pPr>
            <a:r>
              <a:rPr lang="en-IE" sz="2400" dirty="0" err="1">
                <a:solidFill>
                  <a:srgbClr val="000089"/>
                </a:solidFill>
                <a:latin typeface="UbuntuMono-Regular"/>
              </a:rPr>
              <a:t>NetworkInterface</a:t>
            </a:r>
            <a:r>
              <a:rPr lang="en-IE" sz="2400" dirty="0">
                <a:solidFill>
                  <a:srgbClr val="000089"/>
                </a:solidFill>
                <a:latin typeface="UbuntuMono-Regular"/>
              </a:rPr>
              <a:t> </a:t>
            </a:r>
            <a:r>
              <a:rPr lang="en-IE" sz="2400" dirty="0" err="1">
                <a:solidFill>
                  <a:srgbClr val="000089"/>
                </a:solidFill>
                <a:latin typeface="UbuntuMono-Regular"/>
              </a:rPr>
              <a:t>ni</a:t>
            </a:r>
            <a:r>
              <a:rPr lang="en-IE" sz="2400" dirty="0">
                <a:solidFill>
                  <a:srgbClr val="000089"/>
                </a:solidFill>
                <a:latin typeface="UbuntuMono-Regular"/>
              </a:rPr>
              <a:t> </a:t>
            </a:r>
            <a:r>
              <a:rPr lang="en-IE" sz="2400" dirty="0">
                <a:solidFill>
                  <a:srgbClr val="555555"/>
                </a:solidFill>
                <a:latin typeface="UbuntuMono-Regular"/>
              </a:rPr>
              <a:t>= </a:t>
            </a:r>
            <a:r>
              <a:rPr lang="en-IE" sz="2400" dirty="0" err="1">
                <a:solidFill>
                  <a:srgbClr val="000089"/>
                </a:solidFill>
                <a:latin typeface="UbuntuMono-Regular"/>
              </a:rPr>
              <a:t>NetworkInterface</a:t>
            </a:r>
            <a:r>
              <a:rPr lang="en-IE" sz="2400" dirty="0" err="1">
                <a:solidFill>
                  <a:srgbClr val="555555"/>
                </a:solidFill>
                <a:latin typeface="UbuntuMono-Regular"/>
              </a:rPr>
              <a:t>.</a:t>
            </a:r>
            <a:r>
              <a:rPr lang="en-IE" sz="2400" dirty="0" err="1">
                <a:solidFill>
                  <a:srgbClr val="33009A"/>
                </a:solidFill>
                <a:latin typeface="UbuntuMono-Regular"/>
              </a:rPr>
              <a:t>getByInetAddress</a:t>
            </a:r>
            <a:r>
              <a:rPr lang="en-IE" sz="2400" dirty="0">
                <a:solidFill>
                  <a:srgbClr val="555555"/>
                </a:solidFill>
                <a:latin typeface="UbuntuMono-Regular"/>
              </a:rPr>
              <a:t>(</a:t>
            </a:r>
            <a:r>
              <a:rPr lang="en-IE" sz="2400" dirty="0">
                <a:solidFill>
                  <a:srgbClr val="000089"/>
                </a:solidFill>
                <a:latin typeface="UbuntuMono-Regular"/>
              </a:rPr>
              <a:t>local</a:t>
            </a:r>
            <a:r>
              <a:rPr lang="en-IE" sz="2400" dirty="0">
                <a:solidFill>
                  <a:srgbClr val="555555"/>
                </a:solidFill>
                <a:latin typeface="UbuntuMono-Regular"/>
              </a:rPr>
              <a:t>);</a:t>
            </a:r>
          </a:p>
          <a:p>
            <a:pPr marL="0" indent="0">
              <a:buNone/>
            </a:pPr>
            <a:r>
              <a:rPr lang="en-IE" sz="2400" b="1" dirty="0">
                <a:solidFill>
                  <a:srgbClr val="00669A"/>
                </a:solidFill>
                <a:latin typeface="UbuntuMono-Bold"/>
              </a:rPr>
              <a:t>if </a:t>
            </a:r>
            <a:r>
              <a:rPr lang="en-IE" sz="2400" dirty="0">
                <a:solidFill>
                  <a:srgbClr val="555555"/>
                </a:solidFill>
                <a:latin typeface="UbuntuMono-Regular"/>
              </a:rPr>
              <a:t>(</a:t>
            </a:r>
            <a:r>
              <a:rPr lang="en-IE" sz="2400" dirty="0" err="1">
                <a:solidFill>
                  <a:srgbClr val="000089"/>
                </a:solidFill>
                <a:latin typeface="UbuntuMono-Regular"/>
              </a:rPr>
              <a:t>ni</a:t>
            </a:r>
            <a:r>
              <a:rPr lang="en-IE" sz="2400" dirty="0">
                <a:solidFill>
                  <a:srgbClr val="000089"/>
                </a:solidFill>
                <a:latin typeface="UbuntuMono-Regular"/>
              </a:rPr>
              <a:t> </a:t>
            </a:r>
            <a:r>
              <a:rPr lang="en-IE" sz="2400" dirty="0">
                <a:solidFill>
                  <a:srgbClr val="555555"/>
                </a:solidFill>
                <a:latin typeface="UbuntuMono-Regular"/>
              </a:rPr>
              <a:t>== </a:t>
            </a:r>
            <a:r>
              <a:rPr lang="en-IE" sz="2400" b="1" dirty="0">
                <a:solidFill>
                  <a:srgbClr val="00669A"/>
                </a:solidFill>
                <a:latin typeface="UbuntuMono-Bold"/>
              </a:rPr>
              <a:t>null</a:t>
            </a:r>
            <a:r>
              <a:rPr lang="en-IE" sz="2400" dirty="0">
                <a:solidFill>
                  <a:srgbClr val="555555"/>
                </a:solidFill>
                <a:latin typeface="UbuntuMono-Regular"/>
              </a:rPr>
              <a:t>) {</a:t>
            </a:r>
          </a:p>
          <a:p>
            <a:pPr marL="0" indent="0">
              <a:buNone/>
            </a:pPr>
            <a:r>
              <a:rPr lang="en-IE" sz="2400" dirty="0" err="1">
                <a:solidFill>
                  <a:srgbClr val="000089"/>
                </a:solidFill>
                <a:latin typeface="UbuntuMono-Regular"/>
              </a:rPr>
              <a:t>System</a:t>
            </a:r>
            <a:r>
              <a:rPr lang="en-IE" sz="2400" dirty="0" err="1">
                <a:solidFill>
                  <a:srgbClr val="555555"/>
                </a:solidFill>
                <a:latin typeface="UbuntuMono-Regular"/>
              </a:rPr>
              <a:t>.</a:t>
            </a:r>
            <a:r>
              <a:rPr lang="en-IE" sz="2400" dirty="0" err="1">
                <a:solidFill>
                  <a:srgbClr val="33009A"/>
                </a:solidFill>
                <a:latin typeface="UbuntuMono-Regular"/>
              </a:rPr>
              <a:t>err</a:t>
            </a:r>
            <a:r>
              <a:rPr lang="en-IE" sz="2400" dirty="0" err="1">
                <a:solidFill>
                  <a:srgbClr val="555555"/>
                </a:solidFill>
                <a:latin typeface="UbuntuMono-Regular"/>
              </a:rPr>
              <a:t>.</a:t>
            </a:r>
            <a:r>
              <a:rPr lang="en-IE" sz="2400" dirty="0" err="1">
                <a:solidFill>
                  <a:srgbClr val="33009A"/>
                </a:solidFill>
                <a:latin typeface="UbuntuMono-Regular"/>
              </a:rPr>
              <a:t>println</a:t>
            </a:r>
            <a:r>
              <a:rPr lang="en-IE" sz="2400" dirty="0">
                <a:solidFill>
                  <a:srgbClr val="555555"/>
                </a:solidFill>
                <a:latin typeface="UbuntuMono-Regular"/>
              </a:rPr>
              <a:t>(</a:t>
            </a:r>
            <a:r>
              <a:rPr lang="en-IE" sz="2400" dirty="0">
                <a:solidFill>
                  <a:srgbClr val="CD3300"/>
                </a:solidFill>
                <a:latin typeface="UbuntuMono-Regular"/>
              </a:rPr>
              <a:t>"That's weird. No local loopback address."</a:t>
            </a:r>
            <a:r>
              <a:rPr lang="en-IE" sz="2400" dirty="0">
                <a:solidFill>
                  <a:srgbClr val="555555"/>
                </a:solidFill>
                <a:latin typeface="UbuntuMono-Regular"/>
              </a:rPr>
              <a:t>);</a:t>
            </a:r>
          </a:p>
          <a:p>
            <a:pPr marL="0" indent="0">
              <a:buNone/>
            </a:pPr>
            <a:r>
              <a:rPr lang="en-IE" sz="2400" dirty="0">
                <a:solidFill>
                  <a:srgbClr val="555555"/>
                </a:solidFill>
                <a:latin typeface="UbuntuMono-Regular"/>
              </a:rPr>
              <a:t>}</a:t>
            </a:r>
          </a:p>
          <a:p>
            <a:pPr marL="0" indent="0">
              <a:buNone/>
            </a:pPr>
            <a:r>
              <a:rPr lang="en-IE" sz="2400" dirty="0">
                <a:solidFill>
                  <a:srgbClr val="555555"/>
                </a:solidFill>
                <a:latin typeface="UbuntuMono-Regular"/>
              </a:rPr>
              <a:t>} </a:t>
            </a:r>
            <a:r>
              <a:rPr lang="en-IE" sz="2400" b="1" dirty="0">
                <a:solidFill>
                  <a:srgbClr val="00669A"/>
                </a:solidFill>
                <a:latin typeface="UbuntuMono-Bold"/>
              </a:rPr>
              <a:t>catch </a:t>
            </a:r>
            <a:r>
              <a:rPr lang="en-IE" sz="2400" dirty="0">
                <a:solidFill>
                  <a:srgbClr val="555555"/>
                </a:solidFill>
                <a:latin typeface="UbuntuMono-Regular"/>
              </a:rPr>
              <a:t>(</a:t>
            </a:r>
            <a:r>
              <a:rPr lang="en-IE" sz="2400" dirty="0" err="1">
                <a:solidFill>
                  <a:srgbClr val="000089"/>
                </a:solidFill>
                <a:latin typeface="UbuntuMono-Regular"/>
              </a:rPr>
              <a:t>SocketException</a:t>
            </a:r>
            <a:r>
              <a:rPr lang="en-IE" sz="2400" dirty="0">
                <a:solidFill>
                  <a:srgbClr val="000089"/>
                </a:solidFill>
                <a:latin typeface="UbuntuMono-Regular"/>
              </a:rPr>
              <a:t> ex</a:t>
            </a:r>
            <a:r>
              <a:rPr lang="en-IE" sz="2400" dirty="0">
                <a:solidFill>
                  <a:srgbClr val="555555"/>
                </a:solidFill>
                <a:latin typeface="UbuntuMono-Regular"/>
              </a:rPr>
              <a:t>) {</a:t>
            </a:r>
          </a:p>
          <a:p>
            <a:pPr marL="0" indent="0">
              <a:buNone/>
            </a:pPr>
            <a:r>
              <a:rPr lang="en-IE" sz="2400" dirty="0" err="1">
                <a:solidFill>
                  <a:srgbClr val="000089"/>
                </a:solidFill>
                <a:latin typeface="UbuntuMono-Regular"/>
              </a:rPr>
              <a:t>System</a:t>
            </a:r>
            <a:r>
              <a:rPr lang="en-IE" sz="2400" dirty="0" err="1">
                <a:solidFill>
                  <a:srgbClr val="555555"/>
                </a:solidFill>
                <a:latin typeface="UbuntuMono-Regular"/>
              </a:rPr>
              <a:t>.</a:t>
            </a:r>
            <a:r>
              <a:rPr lang="en-IE" sz="2400" dirty="0" err="1">
                <a:solidFill>
                  <a:srgbClr val="33009A"/>
                </a:solidFill>
                <a:latin typeface="UbuntuMono-Regular"/>
              </a:rPr>
              <a:t>err</a:t>
            </a:r>
            <a:r>
              <a:rPr lang="en-IE" sz="2400" dirty="0" err="1">
                <a:solidFill>
                  <a:srgbClr val="555555"/>
                </a:solidFill>
                <a:latin typeface="UbuntuMono-Regular"/>
              </a:rPr>
              <a:t>.</a:t>
            </a:r>
            <a:r>
              <a:rPr lang="en-IE" sz="2400" dirty="0" err="1">
                <a:solidFill>
                  <a:srgbClr val="33009A"/>
                </a:solidFill>
                <a:latin typeface="UbuntuMono-Regular"/>
              </a:rPr>
              <a:t>println</a:t>
            </a:r>
            <a:r>
              <a:rPr lang="en-IE" sz="2400" dirty="0">
                <a:solidFill>
                  <a:srgbClr val="555555"/>
                </a:solidFill>
                <a:latin typeface="UbuntuMono-Regular"/>
              </a:rPr>
              <a:t>(</a:t>
            </a:r>
            <a:r>
              <a:rPr lang="en-IE" sz="2400" dirty="0">
                <a:solidFill>
                  <a:srgbClr val="CD3300"/>
                </a:solidFill>
                <a:latin typeface="UbuntuMono-Regular"/>
              </a:rPr>
              <a:t>"Could not list network interfaces." </a:t>
            </a:r>
            <a:r>
              <a:rPr lang="en-IE" sz="2400" dirty="0">
                <a:solidFill>
                  <a:srgbClr val="555555"/>
                </a:solidFill>
                <a:latin typeface="UbuntuMono-Regular"/>
              </a:rPr>
              <a:t>);</a:t>
            </a:r>
          </a:p>
          <a:p>
            <a:pPr marL="0" indent="0">
              <a:buNone/>
            </a:pPr>
            <a:r>
              <a:rPr lang="en-IE" sz="2400" dirty="0">
                <a:solidFill>
                  <a:srgbClr val="555555"/>
                </a:solidFill>
                <a:latin typeface="UbuntuMono-Regular"/>
              </a:rPr>
              <a:t>} </a:t>
            </a:r>
            <a:r>
              <a:rPr lang="en-IE" sz="2400" b="1" dirty="0">
                <a:solidFill>
                  <a:srgbClr val="00669A"/>
                </a:solidFill>
                <a:latin typeface="UbuntuMono-Bold"/>
              </a:rPr>
              <a:t>catch </a:t>
            </a:r>
            <a:r>
              <a:rPr lang="en-IE" sz="2400" dirty="0">
                <a:solidFill>
                  <a:srgbClr val="555555"/>
                </a:solidFill>
                <a:latin typeface="UbuntuMono-Regular"/>
              </a:rPr>
              <a:t>(</a:t>
            </a:r>
            <a:r>
              <a:rPr lang="en-IE" sz="2400" dirty="0" err="1">
                <a:solidFill>
                  <a:srgbClr val="000089"/>
                </a:solidFill>
                <a:latin typeface="UbuntuMono-Regular"/>
              </a:rPr>
              <a:t>UnknownHostException</a:t>
            </a:r>
            <a:r>
              <a:rPr lang="en-IE" sz="2400" dirty="0">
                <a:solidFill>
                  <a:srgbClr val="000089"/>
                </a:solidFill>
                <a:latin typeface="UbuntuMono-Regular"/>
              </a:rPr>
              <a:t> ex</a:t>
            </a:r>
            <a:r>
              <a:rPr lang="en-IE" sz="2400" dirty="0">
                <a:solidFill>
                  <a:srgbClr val="555555"/>
                </a:solidFill>
                <a:latin typeface="UbuntuMono-Regular"/>
              </a:rPr>
              <a:t>) {</a:t>
            </a:r>
          </a:p>
          <a:p>
            <a:pPr marL="0" indent="0">
              <a:buNone/>
            </a:pPr>
            <a:r>
              <a:rPr lang="en-IE" sz="2400" dirty="0" err="1">
                <a:solidFill>
                  <a:srgbClr val="000089"/>
                </a:solidFill>
                <a:latin typeface="UbuntuMono-Regular"/>
              </a:rPr>
              <a:t>System</a:t>
            </a:r>
            <a:r>
              <a:rPr lang="en-IE" sz="2400" dirty="0" err="1">
                <a:solidFill>
                  <a:srgbClr val="555555"/>
                </a:solidFill>
                <a:latin typeface="UbuntuMono-Regular"/>
              </a:rPr>
              <a:t>.</a:t>
            </a:r>
            <a:r>
              <a:rPr lang="en-IE" sz="2400" dirty="0" err="1">
                <a:solidFill>
                  <a:srgbClr val="33009A"/>
                </a:solidFill>
                <a:latin typeface="UbuntuMono-Regular"/>
              </a:rPr>
              <a:t>err</a:t>
            </a:r>
            <a:r>
              <a:rPr lang="en-IE" sz="2400" dirty="0" err="1">
                <a:solidFill>
                  <a:srgbClr val="555555"/>
                </a:solidFill>
                <a:latin typeface="UbuntuMono-Regular"/>
              </a:rPr>
              <a:t>.</a:t>
            </a:r>
            <a:r>
              <a:rPr lang="en-IE" sz="2400" dirty="0" err="1">
                <a:solidFill>
                  <a:srgbClr val="33009A"/>
                </a:solidFill>
                <a:latin typeface="UbuntuMono-Regular"/>
              </a:rPr>
              <a:t>println</a:t>
            </a:r>
            <a:r>
              <a:rPr lang="en-IE" sz="2400" dirty="0">
                <a:solidFill>
                  <a:srgbClr val="555555"/>
                </a:solidFill>
                <a:latin typeface="UbuntuMono-Regular"/>
              </a:rPr>
              <a:t>(</a:t>
            </a:r>
            <a:r>
              <a:rPr lang="en-IE" sz="2400" dirty="0">
                <a:solidFill>
                  <a:srgbClr val="CD3300"/>
                </a:solidFill>
                <a:latin typeface="UbuntuMono-Regular"/>
              </a:rPr>
              <a:t>"That's weird. Could not lookup 127.0.0.1."</a:t>
            </a:r>
            <a:r>
              <a:rPr lang="en-IE" sz="2400" dirty="0">
                <a:solidFill>
                  <a:srgbClr val="555555"/>
                </a:solidFill>
                <a:latin typeface="UbuntuMono-Regular"/>
              </a:rPr>
              <a:t>);</a:t>
            </a:r>
          </a:p>
          <a:p>
            <a:pPr marL="0" indent="0">
              <a:buNone/>
            </a:pPr>
            <a:r>
              <a:rPr lang="en-IE" sz="2400" dirty="0">
                <a:solidFill>
                  <a:srgbClr val="555555"/>
                </a:solidFill>
                <a:latin typeface="UbuntuMono-Regular"/>
              </a:rPr>
              <a:t>}</a:t>
            </a:r>
            <a:endParaRPr lang="en-IE" sz="2400" b="1" dirty="0"/>
          </a:p>
        </p:txBody>
      </p:sp>
    </p:spTree>
    <p:extLst>
      <p:ext uri="{BB962C8B-B14F-4D97-AF65-F5344CB8AC3E}">
        <p14:creationId xmlns:p14="http://schemas.microsoft.com/office/powerpoint/2010/main" val="41167769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noAutofit/>
          </a:bodyPr>
          <a:lstStyle/>
          <a:p>
            <a:r>
              <a:rPr lang="en-US" altLang="en-US" sz="4000" i="1" dirty="0"/>
              <a:t>Network Interface</a:t>
            </a:r>
            <a:endParaRPr lang="en-US" altLang="en-US" sz="4000" dirty="0"/>
          </a:p>
        </p:txBody>
      </p:sp>
      <p:sp>
        <p:nvSpPr>
          <p:cNvPr id="16387" name="Rectangle 3"/>
          <p:cNvSpPr>
            <a:spLocks noGrp="1" noChangeArrowheads="1"/>
          </p:cNvSpPr>
          <p:nvPr>
            <p:ph type="body" idx="1"/>
          </p:nvPr>
        </p:nvSpPr>
        <p:spPr>
          <a:xfrm>
            <a:off x="76200" y="685800"/>
            <a:ext cx="8991600" cy="6172200"/>
          </a:xfrm>
        </p:spPr>
        <p:txBody>
          <a:bodyPr>
            <a:normAutofit/>
          </a:bodyPr>
          <a:lstStyle/>
          <a:p>
            <a:pPr marL="0" indent="0">
              <a:buNone/>
            </a:pPr>
            <a:r>
              <a:rPr lang="en-IE" sz="2000" b="1" dirty="0">
                <a:solidFill>
                  <a:srgbClr val="00669A"/>
                </a:solidFill>
                <a:latin typeface="UbuntuMono-Bold"/>
              </a:rPr>
              <a:t>import </a:t>
            </a:r>
            <a:r>
              <a:rPr lang="en-IE" sz="2000" b="1" dirty="0">
                <a:solidFill>
                  <a:srgbClr val="00CDFF"/>
                </a:solidFill>
                <a:latin typeface="UbuntuMono-Bold"/>
              </a:rPr>
              <a:t>java.net.*</a:t>
            </a:r>
            <a:r>
              <a:rPr lang="en-IE" sz="2000" dirty="0">
                <a:solidFill>
                  <a:srgbClr val="555555"/>
                </a:solidFill>
                <a:latin typeface="UbuntuMono-Regular"/>
              </a:rPr>
              <a:t>;</a:t>
            </a:r>
          </a:p>
          <a:p>
            <a:pPr marL="0" indent="0">
              <a:buNone/>
            </a:pPr>
            <a:r>
              <a:rPr lang="en-IE" sz="2000" b="1" dirty="0">
                <a:solidFill>
                  <a:srgbClr val="00669A"/>
                </a:solidFill>
                <a:latin typeface="UbuntuMono-Bold"/>
              </a:rPr>
              <a:t>import </a:t>
            </a:r>
            <a:r>
              <a:rPr lang="en-IE" sz="2000" b="1" dirty="0" err="1">
                <a:solidFill>
                  <a:srgbClr val="00CDFF"/>
                </a:solidFill>
                <a:latin typeface="UbuntuMono-Bold"/>
              </a:rPr>
              <a:t>java.util</a:t>
            </a:r>
            <a:r>
              <a:rPr lang="en-IE" sz="2000" b="1" dirty="0">
                <a:solidFill>
                  <a:srgbClr val="00CDFF"/>
                </a:solidFill>
                <a:latin typeface="UbuntuMono-Bold"/>
              </a:rPr>
              <a:t>.*</a:t>
            </a:r>
            <a:r>
              <a:rPr lang="en-IE" sz="2000" dirty="0">
                <a:solidFill>
                  <a:srgbClr val="555555"/>
                </a:solidFill>
                <a:latin typeface="UbuntuMono-Regular"/>
              </a:rPr>
              <a:t>;</a:t>
            </a:r>
          </a:p>
          <a:p>
            <a:pPr marL="0" indent="0">
              <a:buNone/>
            </a:pPr>
            <a:r>
              <a:rPr lang="en-IE" sz="2000" b="1" dirty="0">
                <a:solidFill>
                  <a:srgbClr val="00669A"/>
                </a:solidFill>
                <a:latin typeface="UbuntuMono-Bold"/>
              </a:rPr>
              <a:t>public class </a:t>
            </a:r>
            <a:r>
              <a:rPr lang="en-IE" sz="2000" b="1" dirty="0" err="1">
                <a:solidFill>
                  <a:srgbClr val="00AB89"/>
                </a:solidFill>
                <a:latin typeface="UbuntuMono-Bold"/>
              </a:rPr>
              <a:t>InterfaceLister</a:t>
            </a:r>
            <a:r>
              <a:rPr lang="en-IE" sz="2000" b="1" dirty="0">
                <a:solidFill>
                  <a:srgbClr val="00AB89"/>
                </a:solidFill>
                <a:latin typeface="UbuntuMono-Bold"/>
              </a:rPr>
              <a:t> </a:t>
            </a:r>
            <a:r>
              <a:rPr lang="en-IE" sz="2000" dirty="0">
                <a:solidFill>
                  <a:srgbClr val="555555"/>
                </a:solidFill>
                <a:latin typeface="UbuntuMono-Regular"/>
              </a:rPr>
              <a:t>{</a:t>
            </a:r>
          </a:p>
          <a:p>
            <a:pPr marL="0" indent="0">
              <a:buNone/>
            </a:pPr>
            <a:r>
              <a:rPr lang="en-IE" sz="2000" b="1" dirty="0">
                <a:solidFill>
                  <a:srgbClr val="00669A"/>
                </a:solidFill>
                <a:latin typeface="UbuntuMono-Bold"/>
              </a:rPr>
              <a:t>public static </a:t>
            </a:r>
            <a:r>
              <a:rPr lang="en-IE" sz="2000" b="1" dirty="0">
                <a:solidFill>
                  <a:srgbClr val="007789"/>
                </a:solidFill>
                <a:latin typeface="UbuntuMono-Bold"/>
              </a:rPr>
              <a:t>void </a:t>
            </a:r>
            <a:r>
              <a:rPr lang="en-IE" sz="2000" dirty="0">
                <a:solidFill>
                  <a:srgbClr val="CD00FF"/>
                </a:solidFill>
                <a:latin typeface="UbuntuMono-Regular"/>
              </a:rPr>
              <a:t>main</a:t>
            </a:r>
            <a:r>
              <a:rPr lang="en-IE" sz="2000" dirty="0">
                <a:solidFill>
                  <a:srgbClr val="555555"/>
                </a:solidFill>
                <a:latin typeface="UbuntuMono-Regular"/>
              </a:rPr>
              <a:t>(</a:t>
            </a:r>
            <a:r>
              <a:rPr lang="en-IE" sz="2000" dirty="0">
                <a:solidFill>
                  <a:srgbClr val="000089"/>
                </a:solidFill>
                <a:latin typeface="UbuntuMono-Regular"/>
              </a:rPr>
              <a:t>String</a:t>
            </a:r>
            <a:r>
              <a:rPr lang="en-IE" sz="2000" dirty="0">
                <a:solidFill>
                  <a:srgbClr val="555555"/>
                </a:solidFill>
                <a:latin typeface="UbuntuMono-Regular"/>
              </a:rPr>
              <a:t>[] </a:t>
            </a:r>
            <a:r>
              <a:rPr lang="en-IE" sz="2000" dirty="0" err="1">
                <a:solidFill>
                  <a:srgbClr val="000089"/>
                </a:solidFill>
                <a:latin typeface="UbuntuMono-Regular"/>
              </a:rPr>
              <a:t>args</a:t>
            </a:r>
            <a:r>
              <a:rPr lang="en-IE" sz="2000" dirty="0">
                <a:solidFill>
                  <a:srgbClr val="555555"/>
                </a:solidFill>
                <a:latin typeface="UbuntuMono-Regular"/>
              </a:rPr>
              <a:t>) </a:t>
            </a:r>
            <a:r>
              <a:rPr lang="en-IE" sz="2000" b="1" dirty="0">
                <a:solidFill>
                  <a:srgbClr val="00669A"/>
                </a:solidFill>
                <a:latin typeface="UbuntuMono-Bold"/>
              </a:rPr>
              <a:t>throws </a:t>
            </a:r>
            <a:r>
              <a:rPr lang="en-IE" sz="2000" dirty="0" err="1">
                <a:solidFill>
                  <a:srgbClr val="000089"/>
                </a:solidFill>
                <a:latin typeface="UbuntuMono-Regular"/>
              </a:rPr>
              <a:t>SocketException</a:t>
            </a:r>
            <a:r>
              <a:rPr lang="en-IE" sz="2000" dirty="0">
                <a:solidFill>
                  <a:srgbClr val="000089"/>
                </a:solidFill>
                <a:latin typeface="UbuntuMono-Regular"/>
              </a:rPr>
              <a:t> </a:t>
            </a:r>
            <a:r>
              <a:rPr lang="en-IE" sz="2000" dirty="0">
                <a:solidFill>
                  <a:srgbClr val="555555"/>
                </a:solidFill>
                <a:latin typeface="UbuntuMono-Regular"/>
              </a:rPr>
              <a:t>{</a:t>
            </a:r>
          </a:p>
          <a:p>
            <a:pPr marL="0" indent="0">
              <a:buNone/>
            </a:pPr>
            <a:r>
              <a:rPr lang="en-IE" sz="2000" dirty="0">
                <a:solidFill>
                  <a:srgbClr val="000089"/>
                </a:solidFill>
                <a:latin typeface="UbuntuMono-Regular"/>
              </a:rPr>
              <a:t>Enumeration</a:t>
            </a:r>
            <a:r>
              <a:rPr lang="en-IE" sz="2000" dirty="0">
                <a:solidFill>
                  <a:srgbClr val="555555"/>
                </a:solidFill>
                <a:latin typeface="UbuntuMono-Regular"/>
              </a:rPr>
              <a:t>&lt;</a:t>
            </a:r>
            <a:r>
              <a:rPr lang="en-IE" sz="2000" dirty="0" err="1">
                <a:solidFill>
                  <a:srgbClr val="000089"/>
                </a:solidFill>
                <a:latin typeface="UbuntuMono-Regular"/>
              </a:rPr>
              <a:t>NetworkInterface</a:t>
            </a:r>
            <a:r>
              <a:rPr lang="en-IE" sz="2000" dirty="0">
                <a:solidFill>
                  <a:srgbClr val="555555"/>
                </a:solidFill>
                <a:latin typeface="UbuntuMono-Regular"/>
              </a:rPr>
              <a:t>&gt; </a:t>
            </a:r>
            <a:r>
              <a:rPr lang="en-IE" sz="2000" dirty="0">
                <a:solidFill>
                  <a:srgbClr val="000089"/>
                </a:solidFill>
                <a:latin typeface="UbuntuMono-Regular"/>
              </a:rPr>
              <a:t>interfaces </a:t>
            </a:r>
            <a:r>
              <a:rPr lang="en-IE" sz="2000" dirty="0">
                <a:solidFill>
                  <a:srgbClr val="555555"/>
                </a:solidFill>
                <a:latin typeface="UbuntuMono-Regular"/>
              </a:rPr>
              <a:t>= </a:t>
            </a:r>
            <a:r>
              <a:rPr lang="en-IE" sz="2000" dirty="0" err="1">
                <a:solidFill>
                  <a:srgbClr val="000089"/>
                </a:solidFill>
                <a:latin typeface="UbuntuMono-Regular"/>
              </a:rPr>
              <a:t>NetworkInterface</a:t>
            </a:r>
            <a:r>
              <a:rPr lang="en-IE" sz="2000" dirty="0" err="1">
                <a:solidFill>
                  <a:srgbClr val="555555"/>
                </a:solidFill>
                <a:latin typeface="UbuntuMono-Regular"/>
              </a:rPr>
              <a:t>.</a:t>
            </a:r>
            <a:r>
              <a:rPr lang="en-IE" sz="2000" dirty="0" err="1">
                <a:solidFill>
                  <a:srgbClr val="33009A"/>
                </a:solidFill>
                <a:latin typeface="UbuntuMono-Regular"/>
              </a:rPr>
              <a:t>getNetwork</a:t>
            </a:r>
            <a:endParaRPr lang="en-IE" sz="2000" dirty="0">
              <a:solidFill>
                <a:srgbClr val="33009A"/>
              </a:solidFill>
              <a:latin typeface="UbuntuMono-Regular"/>
            </a:endParaRPr>
          </a:p>
          <a:p>
            <a:pPr marL="0" indent="0">
              <a:buNone/>
            </a:pPr>
            <a:r>
              <a:rPr lang="en-IE" sz="2000" dirty="0">
                <a:solidFill>
                  <a:srgbClr val="000089"/>
                </a:solidFill>
                <a:latin typeface="UbuntuMono-Regular"/>
              </a:rPr>
              <a:t>Interfaces</a:t>
            </a:r>
            <a:r>
              <a:rPr lang="en-IE" sz="2000" dirty="0">
                <a:solidFill>
                  <a:srgbClr val="555555"/>
                </a:solidFill>
                <a:latin typeface="UbuntuMono-Regular"/>
              </a:rPr>
              <a:t>();</a:t>
            </a:r>
          </a:p>
          <a:p>
            <a:pPr marL="0" indent="0">
              <a:buNone/>
            </a:pPr>
            <a:r>
              <a:rPr lang="en-IE" sz="2000" b="1" dirty="0">
                <a:solidFill>
                  <a:srgbClr val="00669A"/>
                </a:solidFill>
                <a:latin typeface="UbuntuMono-Bold"/>
              </a:rPr>
              <a:t>while </a:t>
            </a:r>
            <a:r>
              <a:rPr lang="en-IE" sz="2000" dirty="0">
                <a:solidFill>
                  <a:srgbClr val="555555"/>
                </a:solidFill>
                <a:latin typeface="UbuntuMono-Regular"/>
              </a:rPr>
              <a:t>(</a:t>
            </a:r>
            <a:r>
              <a:rPr lang="en-IE" sz="2000" dirty="0" err="1">
                <a:solidFill>
                  <a:srgbClr val="000089"/>
                </a:solidFill>
                <a:latin typeface="UbuntuMono-Regular"/>
              </a:rPr>
              <a:t>interfaces</a:t>
            </a:r>
            <a:r>
              <a:rPr lang="en-IE" sz="2000" dirty="0" err="1">
                <a:solidFill>
                  <a:srgbClr val="555555"/>
                </a:solidFill>
                <a:latin typeface="UbuntuMono-Regular"/>
              </a:rPr>
              <a:t>.</a:t>
            </a:r>
            <a:r>
              <a:rPr lang="en-IE" sz="2000" dirty="0" err="1">
                <a:solidFill>
                  <a:srgbClr val="33009A"/>
                </a:solidFill>
                <a:latin typeface="UbuntuMono-Regular"/>
              </a:rPr>
              <a:t>hasMoreElements</a:t>
            </a:r>
            <a:r>
              <a:rPr lang="en-IE" sz="2000" dirty="0">
                <a:solidFill>
                  <a:srgbClr val="555555"/>
                </a:solidFill>
                <a:latin typeface="UbuntuMono-Regular"/>
              </a:rPr>
              <a:t>()) {</a:t>
            </a:r>
          </a:p>
          <a:p>
            <a:pPr marL="0" indent="0">
              <a:buNone/>
            </a:pPr>
            <a:r>
              <a:rPr lang="en-IE" sz="2000" dirty="0" err="1">
                <a:solidFill>
                  <a:srgbClr val="000089"/>
                </a:solidFill>
                <a:latin typeface="UbuntuMono-Regular"/>
              </a:rPr>
              <a:t>NetworkInterface</a:t>
            </a:r>
            <a:r>
              <a:rPr lang="en-IE" sz="2000" dirty="0">
                <a:solidFill>
                  <a:srgbClr val="000089"/>
                </a:solidFill>
                <a:latin typeface="UbuntuMono-Regular"/>
              </a:rPr>
              <a:t> </a:t>
            </a:r>
            <a:r>
              <a:rPr lang="en-IE" sz="2000" dirty="0" err="1">
                <a:solidFill>
                  <a:srgbClr val="000089"/>
                </a:solidFill>
                <a:latin typeface="UbuntuMono-Regular"/>
              </a:rPr>
              <a:t>ni</a:t>
            </a:r>
            <a:r>
              <a:rPr lang="en-IE" sz="2000" dirty="0">
                <a:solidFill>
                  <a:srgbClr val="000089"/>
                </a:solidFill>
                <a:latin typeface="UbuntuMono-Regular"/>
              </a:rPr>
              <a:t> </a:t>
            </a:r>
            <a:r>
              <a:rPr lang="en-IE" sz="2000" dirty="0">
                <a:solidFill>
                  <a:srgbClr val="555555"/>
                </a:solidFill>
                <a:latin typeface="UbuntuMono-Regular"/>
              </a:rPr>
              <a:t>= </a:t>
            </a:r>
            <a:r>
              <a:rPr lang="en-IE" sz="2000" dirty="0" err="1">
                <a:solidFill>
                  <a:srgbClr val="000089"/>
                </a:solidFill>
                <a:latin typeface="UbuntuMono-Regular"/>
              </a:rPr>
              <a:t>interfaces</a:t>
            </a:r>
            <a:r>
              <a:rPr lang="en-IE" sz="2000" dirty="0" err="1">
                <a:solidFill>
                  <a:srgbClr val="555555"/>
                </a:solidFill>
                <a:latin typeface="UbuntuMono-Regular"/>
              </a:rPr>
              <a:t>.</a:t>
            </a:r>
            <a:r>
              <a:rPr lang="en-IE" sz="2000" dirty="0" err="1">
                <a:solidFill>
                  <a:srgbClr val="33009A"/>
                </a:solidFill>
                <a:latin typeface="UbuntuMono-Regular"/>
              </a:rPr>
              <a:t>nextElement</a:t>
            </a:r>
            <a:r>
              <a:rPr lang="en-IE" sz="2000" dirty="0">
                <a:solidFill>
                  <a:srgbClr val="555555"/>
                </a:solidFill>
                <a:latin typeface="UbuntuMono-Regular"/>
              </a:rPr>
              <a:t>();</a:t>
            </a:r>
          </a:p>
          <a:p>
            <a:pPr marL="0" indent="0">
              <a:buNone/>
            </a:pPr>
            <a:r>
              <a:rPr lang="en-IE" sz="2000" dirty="0" err="1">
                <a:solidFill>
                  <a:srgbClr val="000089"/>
                </a:solidFill>
                <a:latin typeface="UbuntuMono-Regular"/>
              </a:rPr>
              <a:t>System</a:t>
            </a:r>
            <a:r>
              <a:rPr lang="en-IE" sz="2000" dirty="0" err="1">
                <a:solidFill>
                  <a:srgbClr val="555555"/>
                </a:solidFill>
                <a:latin typeface="UbuntuMono-Regular"/>
              </a:rPr>
              <a:t>.</a:t>
            </a:r>
            <a:r>
              <a:rPr lang="en-IE" sz="2000" dirty="0" err="1">
                <a:solidFill>
                  <a:srgbClr val="33009A"/>
                </a:solidFill>
                <a:latin typeface="UbuntuMono-Regular"/>
              </a:rPr>
              <a:t>out</a:t>
            </a:r>
            <a:r>
              <a:rPr lang="en-IE" sz="2000" dirty="0" err="1">
                <a:solidFill>
                  <a:srgbClr val="555555"/>
                </a:solidFill>
                <a:latin typeface="UbuntuMono-Regular"/>
              </a:rPr>
              <a:t>.</a:t>
            </a:r>
            <a:r>
              <a:rPr lang="en-IE" sz="2000" dirty="0" err="1">
                <a:solidFill>
                  <a:srgbClr val="33009A"/>
                </a:solidFill>
                <a:latin typeface="UbuntuMono-Regular"/>
              </a:rPr>
              <a:t>println</a:t>
            </a:r>
            <a:r>
              <a:rPr lang="en-IE" sz="2000" dirty="0">
                <a:solidFill>
                  <a:srgbClr val="555555"/>
                </a:solidFill>
                <a:latin typeface="UbuntuMono-Regular"/>
              </a:rPr>
              <a:t>(</a:t>
            </a:r>
            <a:r>
              <a:rPr lang="en-IE" sz="2000" dirty="0" err="1">
                <a:solidFill>
                  <a:srgbClr val="000089"/>
                </a:solidFill>
                <a:latin typeface="UbuntuMono-Regular"/>
              </a:rPr>
              <a:t>ni</a:t>
            </a:r>
            <a:r>
              <a:rPr lang="en-IE" sz="2000" dirty="0">
                <a:solidFill>
                  <a:srgbClr val="555555"/>
                </a:solidFill>
                <a:latin typeface="UbuntuMono-Regular"/>
              </a:rPr>
              <a:t>);</a:t>
            </a:r>
          </a:p>
          <a:p>
            <a:pPr marL="0" indent="0">
              <a:buNone/>
            </a:pPr>
            <a:r>
              <a:rPr lang="en-IE" sz="2000" dirty="0">
                <a:solidFill>
                  <a:srgbClr val="555555"/>
                </a:solidFill>
                <a:latin typeface="UbuntuMono-Regular"/>
              </a:rPr>
              <a:t>}</a:t>
            </a:r>
          </a:p>
          <a:p>
            <a:pPr marL="0" indent="0">
              <a:buNone/>
            </a:pPr>
            <a:r>
              <a:rPr lang="en-IE" sz="2000" dirty="0">
                <a:solidFill>
                  <a:srgbClr val="555555"/>
                </a:solidFill>
                <a:latin typeface="UbuntuMono-Regular"/>
              </a:rPr>
              <a:t>}</a:t>
            </a:r>
          </a:p>
          <a:p>
            <a:pPr marL="0" indent="0">
              <a:buNone/>
            </a:pPr>
            <a:r>
              <a:rPr lang="en-IE" sz="2000" dirty="0">
                <a:solidFill>
                  <a:srgbClr val="555555"/>
                </a:solidFill>
                <a:latin typeface="UbuntuMono-Regular"/>
              </a:rPr>
              <a:t>}</a:t>
            </a:r>
          </a:p>
          <a:p>
            <a:r>
              <a:rPr lang="en-IE" sz="2400" dirty="0"/>
              <a:t>The </a:t>
            </a:r>
            <a:r>
              <a:rPr lang="en-IE" sz="2400" dirty="0" err="1">
                <a:solidFill>
                  <a:schemeClr val="tx2"/>
                </a:solidFill>
              </a:rPr>
              <a:t>getNetworkInterfaces</a:t>
            </a:r>
            <a:r>
              <a:rPr lang="en-IE" sz="2400" dirty="0"/>
              <a:t>() method returns a </a:t>
            </a:r>
            <a:r>
              <a:rPr lang="en-IE" sz="2400" dirty="0" err="1">
                <a:solidFill>
                  <a:schemeClr val="tx2"/>
                </a:solidFill>
              </a:rPr>
              <a:t>java.util.Enumeration</a:t>
            </a:r>
            <a:r>
              <a:rPr lang="en-IE" sz="2400" dirty="0"/>
              <a:t> listing all the network interfaces on the local host</a:t>
            </a:r>
            <a:endParaRPr lang="en-IE" sz="2400" b="1" dirty="0"/>
          </a:p>
        </p:txBody>
      </p:sp>
    </p:spTree>
    <p:extLst>
      <p:ext uri="{BB962C8B-B14F-4D97-AF65-F5344CB8AC3E}">
        <p14:creationId xmlns:p14="http://schemas.microsoft.com/office/powerpoint/2010/main" val="2193776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noAutofit/>
          </a:bodyPr>
          <a:lstStyle/>
          <a:p>
            <a:r>
              <a:rPr lang="en-US" altLang="en-US" sz="4000" i="1" dirty="0"/>
              <a:t>Getter Methods of </a:t>
            </a:r>
            <a:r>
              <a:rPr lang="en-US" altLang="en-US" sz="4000" i="1" dirty="0" err="1"/>
              <a:t>NetworkInterface</a:t>
            </a:r>
            <a:endParaRPr lang="en-US" altLang="en-US" sz="4000" dirty="0"/>
          </a:p>
        </p:txBody>
      </p:sp>
      <p:sp>
        <p:nvSpPr>
          <p:cNvPr id="16387" name="Rectangle 3"/>
          <p:cNvSpPr>
            <a:spLocks noGrp="1" noChangeArrowheads="1"/>
          </p:cNvSpPr>
          <p:nvPr>
            <p:ph type="body" idx="1"/>
          </p:nvPr>
        </p:nvSpPr>
        <p:spPr>
          <a:xfrm>
            <a:off x="76200" y="685800"/>
            <a:ext cx="8991600" cy="6172200"/>
          </a:xfrm>
        </p:spPr>
        <p:txBody>
          <a:bodyPr>
            <a:normAutofit lnSpcReduction="10000"/>
          </a:bodyPr>
          <a:lstStyle/>
          <a:p>
            <a:r>
              <a:rPr lang="en-IE" sz="2400" dirty="0">
                <a:solidFill>
                  <a:schemeClr val="tx2"/>
                </a:solidFill>
              </a:rPr>
              <a:t>public Enumeration </a:t>
            </a:r>
            <a:r>
              <a:rPr lang="en-IE" sz="2400" dirty="0" err="1">
                <a:solidFill>
                  <a:schemeClr val="tx2"/>
                </a:solidFill>
              </a:rPr>
              <a:t>getInetAddresses</a:t>
            </a:r>
            <a:r>
              <a:rPr lang="en-IE" sz="2400" dirty="0">
                <a:solidFill>
                  <a:schemeClr val="tx2"/>
                </a:solidFill>
              </a:rPr>
              <a:t>()</a:t>
            </a:r>
          </a:p>
          <a:p>
            <a:r>
              <a:rPr lang="en-IE" sz="2400" dirty="0"/>
              <a:t>A single network interface may be bound to more than one IP address.</a:t>
            </a:r>
          </a:p>
          <a:p>
            <a:pPr marL="0" indent="0">
              <a:buNone/>
            </a:pPr>
            <a:r>
              <a:rPr lang="en-IE" sz="2400" dirty="0" err="1">
                <a:solidFill>
                  <a:srgbClr val="000089"/>
                </a:solidFill>
                <a:latin typeface="UbuntuMono-Regular"/>
              </a:rPr>
              <a:t>NetworkInterface</a:t>
            </a:r>
            <a:r>
              <a:rPr lang="en-IE" sz="2400" dirty="0">
                <a:solidFill>
                  <a:srgbClr val="000089"/>
                </a:solidFill>
                <a:latin typeface="UbuntuMono-Regular"/>
              </a:rPr>
              <a:t> eth0 </a:t>
            </a:r>
            <a:r>
              <a:rPr lang="en-IE" sz="2400" dirty="0">
                <a:solidFill>
                  <a:srgbClr val="555555"/>
                </a:solidFill>
                <a:latin typeface="UbuntuMono-Regular"/>
              </a:rPr>
              <a:t>= </a:t>
            </a:r>
            <a:r>
              <a:rPr lang="en-IE" sz="2400" dirty="0" err="1">
                <a:solidFill>
                  <a:srgbClr val="000089"/>
                </a:solidFill>
                <a:latin typeface="UbuntuMono-Regular"/>
              </a:rPr>
              <a:t>NetworkInterface</a:t>
            </a:r>
            <a:r>
              <a:rPr lang="en-IE" sz="2400" dirty="0" err="1">
                <a:solidFill>
                  <a:srgbClr val="555555"/>
                </a:solidFill>
                <a:latin typeface="UbuntuMono-Regular"/>
              </a:rPr>
              <a:t>.</a:t>
            </a:r>
            <a:r>
              <a:rPr lang="en-IE" sz="2400" dirty="0" err="1">
                <a:solidFill>
                  <a:srgbClr val="33009A"/>
                </a:solidFill>
                <a:latin typeface="UbuntuMono-Regular"/>
              </a:rPr>
              <a:t>getByName</a:t>
            </a:r>
            <a:r>
              <a:rPr lang="en-IE" sz="2400" dirty="0">
                <a:solidFill>
                  <a:srgbClr val="555555"/>
                </a:solidFill>
                <a:latin typeface="UbuntuMono-Regular"/>
              </a:rPr>
              <a:t>(</a:t>
            </a:r>
            <a:r>
              <a:rPr lang="en-IE" sz="2400" dirty="0">
                <a:solidFill>
                  <a:srgbClr val="CD3300"/>
                </a:solidFill>
                <a:latin typeface="UbuntuMono-Regular"/>
              </a:rPr>
              <a:t>"eth0"</a:t>
            </a:r>
            <a:r>
              <a:rPr lang="en-IE" sz="2400" dirty="0">
                <a:solidFill>
                  <a:srgbClr val="555555"/>
                </a:solidFill>
                <a:latin typeface="UbuntuMono-Regular"/>
              </a:rPr>
              <a:t>);</a:t>
            </a:r>
          </a:p>
          <a:p>
            <a:pPr marL="0" indent="0">
              <a:buNone/>
            </a:pPr>
            <a:r>
              <a:rPr lang="en-IE" sz="2400" dirty="0">
                <a:solidFill>
                  <a:srgbClr val="000089"/>
                </a:solidFill>
                <a:latin typeface="UbuntuMono-Regular"/>
              </a:rPr>
              <a:t>Enumeration addresses </a:t>
            </a:r>
            <a:r>
              <a:rPr lang="en-IE" sz="2400" dirty="0">
                <a:solidFill>
                  <a:srgbClr val="555555"/>
                </a:solidFill>
                <a:latin typeface="UbuntuMono-Regular"/>
              </a:rPr>
              <a:t>= </a:t>
            </a:r>
            <a:r>
              <a:rPr lang="en-IE" sz="2400" dirty="0">
                <a:solidFill>
                  <a:srgbClr val="000089"/>
                </a:solidFill>
                <a:latin typeface="UbuntuMono-Regular"/>
              </a:rPr>
              <a:t>eth0</a:t>
            </a:r>
            <a:r>
              <a:rPr lang="en-IE" sz="2400" dirty="0">
                <a:solidFill>
                  <a:srgbClr val="555555"/>
                </a:solidFill>
                <a:latin typeface="UbuntuMono-Regular"/>
              </a:rPr>
              <a:t>.</a:t>
            </a:r>
            <a:r>
              <a:rPr lang="en-IE" sz="2400" dirty="0">
                <a:solidFill>
                  <a:srgbClr val="33009A"/>
                </a:solidFill>
                <a:latin typeface="UbuntuMono-Regular"/>
              </a:rPr>
              <a:t>getInetAddresses</a:t>
            </a:r>
            <a:r>
              <a:rPr lang="en-IE" sz="2400" dirty="0">
                <a:solidFill>
                  <a:srgbClr val="555555"/>
                </a:solidFill>
                <a:latin typeface="UbuntuMono-Regular"/>
              </a:rPr>
              <a:t>();</a:t>
            </a:r>
          </a:p>
          <a:p>
            <a:pPr marL="0" indent="0">
              <a:buNone/>
            </a:pPr>
            <a:r>
              <a:rPr lang="en-IE" sz="2400" b="1" dirty="0">
                <a:solidFill>
                  <a:srgbClr val="00669A"/>
                </a:solidFill>
                <a:latin typeface="UbuntuMono-Bold"/>
              </a:rPr>
              <a:t>while </a:t>
            </a:r>
            <a:r>
              <a:rPr lang="en-IE" sz="2400" dirty="0">
                <a:solidFill>
                  <a:srgbClr val="555555"/>
                </a:solidFill>
                <a:latin typeface="UbuntuMono-Regular"/>
              </a:rPr>
              <a:t>(</a:t>
            </a:r>
            <a:r>
              <a:rPr lang="en-IE" sz="2400" dirty="0" err="1">
                <a:solidFill>
                  <a:srgbClr val="000089"/>
                </a:solidFill>
                <a:latin typeface="UbuntuMono-Regular"/>
              </a:rPr>
              <a:t>addresses</a:t>
            </a:r>
            <a:r>
              <a:rPr lang="en-IE" sz="2400" dirty="0" err="1">
                <a:solidFill>
                  <a:srgbClr val="555555"/>
                </a:solidFill>
                <a:latin typeface="UbuntuMono-Regular"/>
              </a:rPr>
              <a:t>.</a:t>
            </a:r>
            <a:r>
              <a:rPr lang="en-IE" sz="2400" dirty="0" err="1">
                <a:solidFill>
                  <a:srgbClr val="33009A"/>
                </a:solidFill>
                <a:latin typeface="UbuntuMono-Regular"/>
              </a:rPr>
              <a:t>hasMoreElements</a:t>
            </a:r>
            <a:r>
              <a:rPr lang="en-IE" sz="2400" dirty="0">
                <a:solidFill>
                  <a:srgbClr val="555555"/>
                </a:solidFill>
                <a:latin typeface="UbuntuMono-Regular"/>
              </a:rPr>
              <a:t>()) {</a:t>
            </a:r>
          </a:p>
          <a:p>
            <a:pPr marL="0" indent="0">
              <a:buNone/>
            </a:pPr>
            <a:r>
              <a:rPr lang="en-IE" sz="2400" dirty="0">
                <a:solidFill>
                  <a:srgbClr val="000089"/>
                </a:solidFill>
                <a:latin typeface="UbuntuMono-Regular"/>
              </a:rPr>
              <a:t>	</a:t>
            </a:r>
            <a:r>
              <a:rPr lang="en-IE" sz="2400" dirty="0" err="1">
                <a:solidFill>
                  <a:srgbClr val="000089"/>
                </a:solidFill>
                <a:latin typeface="UbuntuMono-Regular"/>
              </a:rPr>
              <a:t>System</a:t>
            </a:r>
            <a:r>
              <a:rPr lang="en-IE" sz="2400" dirty="0" err="1">
                <a:solidFill>
                  <a:srgbClr val="555555"/>
                </a:solidFill>
                <a:latin typeface="UbuntuMono-Regular"/>
              </a:rPr>
              <a:t>.</a:t>
            </a:r>
            <a:r>
              <a:rPr lang="en-IE" sz="2400" dirty="0" err="1">
                <a:solidFill>
                  <a:srgbClr val="33009A"/>
                </a:solidFill>
                <a:latin typeface="UbuntuMono-Regular"/>
              </a:rPr>
              <a:t>out</a:t>
            </a:r>
            <a:r>
              <a:rPr lang="en-IE" sz="2400" dirty="0" err="1">
                <a:solidFill>
                  <a:srgbClr val="555555"/>
                </a:solidFill>
                <a:latin typeface="UbuntuMono-Regular"/>
              </a:rPr>
              <a:t>.</a:t>
            </a:r>
            <a:r>
              <a:rPr lang="en-IE" sz="2400" dirty="0" err="1">
                <a:solidFill>
                  <a:srgbClr val="33009A"/>
                </a:solidFill>
                <a:latin typeface="UbuntuMono-Regular"/>
              </a:rPr>
              <a:t>println</a:t>
            </a:r>
            <a:r>
              <a:rPr lang="en-IE" sz="2400" dirty="0">
                <a:solidFill>
                  <a:srgbClr val="555555"/>
                </a:solidFill>
                <a:latin typeface="UbuntuMono-Regular"/>
              </a:rPr>
              <a:t>(</a:t>
            </a:r>
            <a:r>
              <a:rPr lang="en-IE" sz="2400" dirty="0" err="1">
                <a:solidFill>
                  <a:srgbClr val="000089"/>
                </a:solidFill>
                <a:latin typeface="UbuntuMono-Regular"/>
              </a:rPr>
              <a:t>addresses</a:t>
            </a:r>
            <a:r>
              <a:rPr lang="en-IE" sz="2400" dirty="0" err="1">
                <a:solidFill>
                  <a:srgbClr val="555555"/>
                </a:solidFill>
                <a:latin typeface="UbuntuMono-Regular"/>
              </a:rPr>
              <a:t>.</a:t>
            </a:r>
            <a:r>
              <a:rPr lang="en-IE" sz="2400" dirty="0" err="1">
                <a:solidFill>
                  <a:srgbClr val="33009A"/>
                </a:solidFill>
                <a:latin typeface="UbuntuMono-Regular"/>
              </a:rPr>
              <a:t>nextElement</a:t>
            </a:r>
            <a:r>
              <a:rPr lang="en-IE" sz="2400" dirty="0">
                <a:solidFill>
                  <a:srgbClr val="555555"/>
                </a:solidFill>
                <a:latin typeface="UbuntuMono-Regular"/>
              </a:rPr>
              <a:t>());</a:t>
            </a:r>
          </a:p>
          <a:p>
            <a:pPr marL="0" indent="0">
              <a:buNone/>
            </a:pPr>
            <a:r>
              <a:rPr lang="en-IE" sz="2400" dirty="0">
                <a:solidFill>
                  <a:srgbClr val="555555"/>
                </a:solidFill>
                <a:latin typeface="UbuntuMono-Regular"/>
              </a:rPr>
              <a:t>}</a:t>
            </a:r>
          </a:p>
          <a:p>
            <a:r>
              <a:rPr lang="en-IE" sz="2400" dirty="0">
                <a:solidFill>
                  <a:schemeClr val="tx2"/>
                </a:solidFill>
              </a:rPr>
              <a:t>public String </a:t>
            </a:r>
            <a:r>
              <a:rPr lang="en-IE" sz="2400" dirty="0" err="1">
                <a:solidFill>
                  <a:schemeClr val="tx2"/>
                </a:solidFill>
              </a:rPr>
              <a:t>getName</a:t>
            </a:r>
            <a:r>
              <a:rPr lang="en-IE" sz="2400" dirty="0">
                <a:solidFill>
                  <a:schemeClr val="tx2"/>
                </a:solidFill>
              </a:rPr>
              <a:t>()</a:t>
            </a:r>
          </a:p>
          <a:p>
            <a:r>
              <a:rPr lang="en-IE" sz="2400" dirty="0"/>
              <a:t>The </a:t>
            </a:r>
            <a:r>
              <a:rPr lang="en-IE" sz="2400" dirty="0" err="1"/>
              <a:t>getName</a:t>
            </a:r>
            <a:r>
              <a:rPr lang="en-IE" sz="2400" dirty="0"/>
              <a:t>() method returns the name of a particular </a:t>
            </a:r>
            <a:r>
              <a:rPr lang="en-IE" sz="2400" dirty="0" err="1"/>
              <a:t>NetworkInterface</a:t>
            </a:r>
            <a:r>
              <a:rPr lang="en-IE" sz="2400" dirty="0"/>
              <a:t> object, such as eth0 or lo.</a:t>
            </a:r>
          </a:p>
          <a:p>
            <a:r>
              <a:rPr lang="en-IE" sz="2400" dirty="0">
                <a:solidFill>
                  <a:schemeClr val="tx2"/>
                </a:solidFill>
              </a:rPr>
              <a:t>public String </a:t>
            </a:r>
            <a:r>
              <a:rPr lang="en-IE" sz="2400" dirty="0" err="1">
                <a:solidFill>
                  <a:schemeClr val="tx2"/>
                </a:solidFill>
              </a:rPr>
              <a:t>getDisplayName</a:t>
            </a:r>
            <a:r>
              <a:rPr lang="en-IE" sz="2400" dirty="0">
                <a:solidFill>
                  <a:schemeClr val="tx2"/>
                </a:solidFill>
              </a:rPr>
              <a:t>()</a:t>
            </a:r>
          </a:p>
          <a:p>
            <a:r>
              <a:rPr lang="en-IE" sz="2400" dirty="0"/>
              <a:t>The </a:t>
            </a:r>
            <a:r>
              <a:rPr lang="en-IE" sz="2400" dirty="0" err="1"/>
              <a:t>getDisplayName</a:t>
            </a:r>
            <a:r>
              <a:rPr lang="en-IE" sz="2400" dirty="0"/>
              <a:t>() method allegedly returns a more human-friendly name for the particular </a:t>
            </a:r>
            <a:r>
              <a:rPr lang="en-IE" sz="2400" dirty="0" err="1"/>
              <a:t>NetworkInterface</a:t>
            </a:r>
            <a:r>
              <a:rPr lang="en-IE" sz="2400" dirty="0"/>
              <a:t>—something like “Ethernet Card 0.”</a:t>
            </a:r>
            <a:endParaRPr lang="en-IE" sz="2400" b="1" dirty="0"/>
          </a:p>
        </p:txBody>
      </p:sp>
    </p:spTree>
    <p:extLst>
      <p:ext uri="{BB962C8B-B14F-4D97-AF65-F5344CB8AC3E}">
        <p14:creationId xmlns:p14="http://schemas.microsoft.com/office/powerpoint/2010/main" val="34562588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noAutofit/>
          </a:bodyPr>
          <a:lstStyle/>
          <a:p>
            <a:r>
              <a:rPr lang="en-US" altLang="en-US" sz="4000" i="1" dirty="0"/>
              <a:t>Spam Check</a:t>
            </a:r>
            <a:endParaRPr lang="en-US" altLang="en-US" sz="4000" dirty="0"/>
          </a:p>
        </p:txBody>
      </p:sp>
      <p:sp>
        <p:nvSpPr>
          <p:cNvPr id="16387" name="Rectangle 3"/>
          <p:cNvSpPr>
            <a:spLocks noGrp="1" noChangeArrowheads="1"/>
          </p:cNvSpPr>
          <p:nvPr>
            <p:ph type="body" idx="1"/>
          </p:nvPr>
        </p:nvSpPr>
        <p:spPr>
          <a:xfrm>
            <a:off x="76200" y="685800"/>
            <a:ext cx="8991600" cy="6172200"/>
          </a:xfrm>
        </p:spPr>
        <p:txBody>
          <a:bodyPr>
            <a:normAutofit/>
          </a:bodyPr>
          <a:lstStyle/>
          <a:p>
            <a:endParaRPr lang="en-US" sz="2400" b="1" dirty="0"/>
          </a:p>
          <a:p>
            <a:r>
              <a:rPr lang="en-IE" sz="2400" b="1" dirty="0"/>
              <a:t>To find out if a certain IP address is a known spammer, reverse the bytes of the address,  add the domain of the </a:t>
            </a:r>
            <a:r>
              <a:rPr lang="en-IE" sz="2400" b="1" dirty="0" err="1"/>
              <a:t>blackhole</a:t>
            </a:r>
            <a:r>
              <a:rPr lang="en-IE" sz="2400" b="1" dirty="0"/>
              <a:t> service, and look it up. If the address is found, </a:t>
            </a:r>
            <a:r>
              <a:rPr lang="en-IE" sz="2400" b="1"/>
              <a:t>it’s a spammer</a:t>
            </a:r>
            <a:r>
              <a:rPr lang="en-IE" sz="2400" b="1" dirty="0"/>
              <a:t>. If it isn’t, it’s not.</a:t>
            </a:r>
            <a:endParaRPr lang="en-IE" sz="4000" b="1" dirty="0"/>
          </a:p>
          <a:p>
            <a:endParaRPr lang="en-US" sz="2400" b="1" dirty="0"/>
          </a:p>
          <a:p>
            <a:r>
              <a:rPr lang="en-IE" sz="2400" dirty="0"/>
              <a:t>For instance, if you want to ask </a:t>
            </a:r>
            <a:r>
              <a:rPr lang="en-IE" sz="2400" i="1" dirty="0"/>
              <a:t>sbl.spamhaus.org </a:t>
            </a:r>
            <a:r>
              <a:rPr lang="en-IE" sz="2400" dirty="0"/>
              <a:t>if 207.87.34.17 is a spammer, you would look up the hostname </a:t>
            </a:r>
            <a:r>
              <a:rPr lang="en-IE" sz="2400" i="1" dirty="0"/>
              <a:t>17.34.87.207.sbl.spamhaus.org</a:t>
            </a:r>
            <a:r>
              <a:rPr lang="en-IE" sz="2400" dirty="0"/>
              <a:t>.</a:t>
            </a:r>
          </a:p>
          <a:p>
            <a:endParaRPr lang="en-IE" sz="2400" b="1" dirty="0"/>
          </a:p>
        </p:txBody>
      </p:sp>
    </p:spTree>
    <p:extLst>
      <p:ext uri="{BB962C8B-B14F-4D97-AF65-F5344CB8AC3E}">
        <p14:creationId xmlns:p14="http://schemas.microsoft.com/office/powerpoint/2010/main" val="34692330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noAutofit/>
          </a:bodyPr>
          <a:lstStyle/>
          <a:p>
            <a:r>
              <a:rPr lang="en-US" altLang="en-US" sz="4000" i="1" dirty="0"/>
              <a:t>Example: Spam Check</a:t>
            </a:r>
            <a:endParaRPr lang="en-US" altLang="en-US" sz="4000" dirty="0"/>
          </a:p>
        </p:txBody>
      </p:sp>
      <p:sp>
        <p:nvSpPr>
          <p:cNvPr id="16387" name="Rectangle 3"/>
          <p:cNvSpPr>
            <a:spLocks noGrp="1" noChangeArrowheads="1"/>
          </p:cNvSpPr>
          <p:nvPr>
            <p:ph type="body" idx="1"/>
          </p:nvPr>
        </p:nvSpPr>
        <p:spPr>
          <a:xfrm>
            <a:off x="76200" y="685800"/>
            <a:ext cx="9067800" cy="6172200"/>
          </a:xfrm>
        </p:spPr>
        <p:txBody>
          <a:bodyPr>
            <a:normAutofit fontScale="62500" lnSpcReduction="20000"/>
          </a:bodyPr>
          <a:lstStyle/>
          <a:p>
            <a:pPr marL="0" indent="0">
              <a:buNone/>
            </a:pPr>
            <a:r>
              <a:rPr lang="en-IE" sz="2400" b="1" dirty="0">
                <a:solidFill>
                  <a:srgbClr val="00669A"/>
                </a:solidFill>
                <a:latin typeface="UbuntuMono-Bold"/>
              </a:rPr>
              <a:t>import </a:t>
            </a:r>
            <a:r>
              <a:rPr lang="en-IE" sz="2400" b="1" dirty="0">
                <a:solidFill>
                  <a:srgbClr val="00CDFF"/>
                </a:solidFill>
                <a:latin typeface="UbuntuMono-Bold"/>
              </a:rPr>
              <a:t>java.net.*</a:t>
            </a:r>
            <a:r>
              <a:rPr lang="en-IE" sz="2400" dirty="0">
                <a:solidFill>
                  <a:srgbClr val="555555"/>
                </a:solidFill>
                <a:latin typeface="UbuntuMono-Regular"/>
              </a:rPr>
              <a:t>;</a:t>
            </a:r>
          </a:p>
          <a:p>
            <a:pPr marL="0" indent="0">
              <a:buNone/>
            </a:pPr>
            <a:r>
              <a:rPr lang="en-IE" sz="2400" b="1" dirty="0">
                <a:solidFill>
                  <a:srgbClr val="00669A"/>
                </a:solidFill>
                <a:latin typeface="UbuntuMono-Bold"/>
              </a:rPr>
              <a:t>public class </a:t>
            </a:r>
            <a:r>
              <a:rPr lang="en-IE" sz="2400" b="1" dirty="0" err="1">
                <a:solidFill>
                  <a:srgbClr val="00AB89"/>
                </a:solidFill>
                <a:latin typeface="UbuntuMono-Bold"/>
              </a:rPr>
              <a:t>SpamCheck</a:t>
            </a:r>
            <a:r>
              <a:rPr lang="en-IE" sz="2400" b="1" dirty="0">
                <a:solidFill>
                  <a:srgbClr val="00AB89"/>
                </a:solidFill>
                <a:latin typeface="UbuntuMono-Bold"/>
              </a:rPr>
              <a:t> </a:t>
            </a:r>
            <a:r>
              <a:rPr lang="en-IE" sz="2400" dirty="0">
                <a:solidFill>
                  <a:srgbClr val="555555"/>
                </a:solidFill>
                <a:latin typeface="UbuntuMono-Regular"/>
              </a:rPr>
              <a:t>{</a:t>
            </a:r>
          </a:p>
          <a:p>
            <a:pPr marL="0" indent="0">
              <a:buNone/>
            </a:pPr>
            <a:r>
              <a:rPr lang="en-IE" sz="2400" b="1" dirty="0">
                <a:solidFill>
                  <a:srgbClr val="00669A"/>
                </a:solidFill>
                <a:latin typeface="UbuntuMono-Bold"/>
              </a:rPr>
              <a:t>public static final </a:t>
            </a:r>
            <a:r>
              <a:rPr lang="en-IE" sz="2400" dirty="0">
                <a:solidFill>
                  <a:srgbClr val="000089"/>
                </a:solidFill>
                <a:latin typeface="UbuntuMono-Regular"/>
              </a:rPr>
              <a:t>String BLACKHOLE </a:t>
            </a:r>
            <a:r>
              <a:rPr lang="en-IE" sz="2400" dirty="0">
                <a:solidFill>
                  <a:srgbClr val="555555"/>
                </a:solidFill>
                <a:latin typeface="UbuntuMono-Regular"/>
              </a:rPr>
              <a:t>= </a:t>
            </a:r>
            <a:r>
              <a:rPr lang="en-IE" sz="2400" dirty="0">
                <a:solidFill>
                  <a:srgbClr val="CD3300"/>
                </a:solidFill>
                <a:latin typeface="UbuntuMono-Regular"/>
              </a:rPr>
              <a:t>"sbl.spamhaus.org"</a:t>
            </a:r>
            <a:r>
              <a:rPr lang="en-IE" sz="2400" dirty="0">
                <a:solidFill>
                  <a:srgbClr val="555555"/>
                </a:solidFill>
                <a:latin typeface="UbuntuMono-Regular"/>
              </a:rPr>
              <a:t>;</a:t>
            </a:r>
          </a:p>
          <a:p>
            <a:pPr marL="0" indent="0">
              <a:buNone/>
            </a:pPr>
            <a:r>
              <a:rPr lang="en-IE" sz="2400" b="1" dirty="0">
                <a:solidFill>
                  <a:srgbClr val="00669A"/>
                </a:solidFill>
                <a:latin typeface="UbuntuMono-Bold"/>
              </a:rPr>
              <a:t>public static </a:t>
            </a:r>
            <a:r>
              <a:rPr lang="en-IE" sz="2400" b="1" dirty="0">
                <a:solidFill>
                  <a:srgbClr val="007789"/>
                </a:solidFill>
                <a:latin typeface="UbuntuMono-Bold"/>
              </a:rPr>
              <a:t>void </a:t>
            </a:r>
            <a:r>
              <a:rPr lang="en-IE" sz="2400" dirty="0">
                <a:solidFill>
                  <a:srgbClr val="CD00FF"/>
                </a:solidFill>
                <a:latin typeface="UbuntuMono-Regular"/>
              </a:rPr>
              <a:t>main</a:t>
            </a:r>
            <a:r>
              <a:rPr lang="en-IE" sz="2400" dirty="0">
                <a:solidFill>
                  <a:srgbClr val="555555"/>
                </a:solidFill>
                <a:latin typeface="UbuntuMono-Regular"/>
              </a:rPr>
              <a:t>(</a:t>
            </a:r>
            <a:r>
              <a:rPr lang="en-IE" sz="2400" dirty="0">
                <a:solidFill>
                  <a:srgbClr val="000089"/>
                </a:solidFill>
                <a:latin typeface="UbuntuMono-Regular"/>
              </a:rPr>
              <a:t>String</a:t>
            </a:r>
            <a:r>
              <a:rPr lang="en-IE" sz="2400" dirty="0">
                <a:solidFill>
                  <a:srgbClr val="555555"/>
                </a:solidFill>
                <a:latin typeface="UbuntuMono-Regular"/>
              </a:rPr>
              <a:t>[] </a:t>
            </a:r>
            <a:r>
              <a:rPr lang="en-IE" sz="2400" dirty="0" err="1">
                <a:solidFill>
                  <a:srgbClr val="000089"/>
                </a:solidFill>
                <a:latin typeface="UbuntuMono-Regular"/>
              </a:rPr>
              <a:t>args</a:t>
            </a:r>
            <a:r>
              <a:rPr lang="en-IE" sz="2400" dirty="0">
                <a:solidFill>
                  <a:srgbClr val="555555"/>
                </a:solidFill>
                <a:latin typeface="UbuntuMono-Regular"/>
              </a:rPr>
              <a:t>) </a:t>
            </a:r>
            <a:r>
              <a:rPr lang="en-IE" sz="2400" b="1" dirty="0">
                <a:solidFill>
                  <a:srgbClr val="00669A"/>
                </a:solidFill>
                <a:latin typeface="UbuntuMono-Bold"/>
              </a:rPr>
              <a:t>throws </a:t>
            </a:r>
            <a:r>
              <a:rPr lang="en-IE" sz="2400" dirty="0" err="1">
                <a:solidFill>
                  <a:srgbClr val="000089"/>
                </a:solidFill>
                <a:latin typeface="UbuntuMono-Regular"/>
              </a:rPr>
              <a:t>UnknownHostException</a:t>
            </a:r>
            <a:r>
              <a:rPr lang="en-IE" sz="2400" dirty="0">
                <a:solidFill>
                  <a:srgbClr val="000089"/>
                </a:solidFill>
                <a:latin typeface="UbuntuMono-Regular"/>
              </a:rPr>
              <a:t> </a:t>
            </a:r>
            <a:r>
              <a:rPr lang="en-IE" sz="2400" dirty="0">
                <a:solidFill>
                  <a:srgbClr val="555555"/>
                </a:solidFill>
                <a:latin typeface="UbuntuMono-Regular"/>
              </a:rPr>
              <a:t>{</a:t>
            </a:r>
          </a:p>
          <a:p>
            <a:pPr marL="0" indent="0">
              <a:buNone/>
            </a:pPr>
            <a:r>
              <a:rPr lang="en-IE" sz="2400" b="1" dirty="0">
                <a:solidFill>
                  <a:srgbClr val="00669A"/>
                </a:solidFill>
                <a:latin typeface="UbuntuMono-Bold"/>
              </a:rPr>
              <a:t>	for </a:t>
            </a:r>
            <a:r>
              <a:rPr lang="en-IE" sz="2400" dirty="0">
                <a:solidFill>
                  <a:srgbClr val="555555"/>
                </a:solidFill>
                <a:latin typeface="UbuntuMono-Regular"/>
              </a:rPr>
              <a:t>(</a:t>
            </a:r>
            <a:r>
              <a:rPr lang="en-IE" sz="2400" dirty="0">
                <a:solidFill>
                  <a:srgbClr val="000089"/>
                </a:solidFill>
                <a:latin typeface="UbuntuMono-Regular"/>
              </a:rPr>
              <a:t>String </a:t>
            </a:r>
            <a:r>
              <a:rPr lang="en-IE" sz="2400" dirty="0" err="1">
                <a:solidFill>
                  <a:srgbClr val="9A9AFF"/>
                </a:solidFill>
                <a:latin typeface="UbuntuMono-Regular"/>
              </a:rPr>
              <a:t>arg</a:t>
            </a:r>
            <a:r>
              <a:rPr lang="en-IE" sz="2400" dirty="0">
                <a:solidFill>
                  <a:srgbClr val="9A9AFF"/>
                </a:solidFill>
                <a:latin typeface="UbuntuMono-Regular"/>
              </a:rPr>
              <a:t>: </a:t>
            </a:r>
            <a:r>
              <a:rPr lang="en-IE" sz="2400" dirty="0" err="1">
                <a:solidFill>
                  <a:srgbClr val="000089"/>
                </a:solidFill>
                <a:latin typeface="UbuntuMono-Regular"/>
              </a:rPr>
              <a:t>args</a:t>
            </a:r>
            <a:r>
              <a:rPr lang="en-IE" sz="2400" dirty="0">
                <a:solidFill>
                  <a:srgbClr val="555555"/>
                </a:solidFill>
                <a:latin typeface="UbuntuMono-Regular"/>
              </a:rPr>
              <a:t>) {</a:t>
            </a:r>
          </a:p>
          <a:p>
            <a:pPr marL="0" indent="0">
              <a:buNone/>
            </a:pPr>
            <a:r>
              <a:rPr lang="en-IE" sz="2400" b="1" dirty="0">
                <a:solidFill>
                  <a:srgbClr val="00669A"/>
                </a:solidFill>
                <a:latin typeface="UbuntuMono-Bold"/>
              </a:rPr>
              <a:t>		if </a:t>
            </a:r>
            <a:r>
              <a:rPr lang="en-IE" sz="2400" dirty="0">
                <a:solidFill>
                  <a:srgbClr val="555555"/>
                </a:solidFill>
                <a:latin typeface="UbuntuMono-Regular"/>
              </a:rPr>
              <a:t>(</a:t>
            </a:r>
            <a:r>
              <a:rPr lang="en-IE" sz="2400" dirty="0" err="1">
                <a:solidFill>
                  <a:srgbClr val="000089"/>
                </a:solidFill>
                <a:latin typeface="UbuntuMono-Regular"/>
              </a:rPr>
              <a:t>isSpammer</a:t>
            </a:r>
            <a:r>
              <a:rPr lang="en-IE" sz="2400" dirty="0">
                <a:solidFill>
                  <a:srgbClr val="555555"/>
                </a:solidFill>
                <a:latin typeface="UbuntuMono-Regular"/>
              </a:rPr>
              <a:t>(</a:t>
            </a:r>
            <a:r>
              <a:rPr lang="en-IE" sz="2400" dirty="0" err="1">
                <a:solidFill>
                  <a:srgbClr val="000089"/>
                </a:solidFill>
                <a:latin typeface="UbuntuMono-Regular"/>
              </a:rPr>
              <a:t>arg</a:t>
            </a:r>
            <a:r>
              <a:rPr lang="en-IE" sz="2400" dirty="0">
                <a:solidFill>
                  <a:srgbClr val="555555"/>
                </a:solidFill>
                <a:latin typeface="UbuntuMono-Regular"/>
              </a:rPr>
              <a:t>)) {</a:t>
            </a:r>
          </a:p>
          <a:p>
            <a:pPr marL="0" indent="0">
              <a:buNone/>
            </a:pPr>
            <a:r>
              <a:rPr lang="en-IE" sz="2400" dirty="0">
                <a:solidFill>
                  <a:srgbClr val="000089"/>
                </a:solidFill>
                <a:latin typeface="UbuntuMono-Regular"/>
              </a:rPr>
              <a:t>			</a:t>
            </a:r>
            <a:r>
              <a:rPr lang="en-IE" sz="2400" dirty="0" err="1">
                <a:solidFill>
                  <a:srgbClr val="000089"/>
                </a:solidFill>
                <a:latin typeface="UbuntuMono-Regular"/>
              </a:rPr>
              <a:t>System</a:t>
            </a:r>
            <a:r>
              <a:rPr lang="en-IE" sz="2400" dirty="0" err="1">
                <a:solidFill>
                  <a:srgbClr val="555555"/>
                </a:solidFill>
                <a:latin typeface="UbuntuMono-Regular"/>
              </a:rPr>
              <a:t>.</a:t>
            </a:r>
            <a:r>
              <a:rPr lang="en-IE" sz="2400" dirty="0" err="1">
                <a:solidFill>
                  <a:srgbClr val="33009A"/>
                </a:solidFill>
                <a:latin typeface="UbuntuMono-Regular"/>
              </a:rPr>
              <a:t>out</a:t>
            </a:r>
            <a:r>
              <a:rPr lang="en-IE" sz="2400" dirty="0" err="1">
                <a:solidFill>
                  <a:srgbClr val="555555"/>
                </a:solidFill>
                <a:latin typeface="UbuntuMono-Regular"/>
              </a:rPr>
              <a:t>.</a:t>
            </a:r>
            <a:r>
              <a:rPr lang="en-IE" sz="2400" dirty="0" err="1">
                <a:solidFill>
                  <a:srgbClr val="33009A"/>
                </a:solidFill>
                <a:latin typeface="UbuntuMono-Regular"/>
              </a:rPr>
              <a:t>println</a:t>
            </a:r>
            <a:r>
              <a:rPr lang="en-IE" sz="2400" dirty="0">
                <a:solidFill>
                  <a:srgbClr val="555555"/>
                </a:solidFill>
                <a:latin typeface="UbuntuMono-Regular"/>
              </a:rPr>
              <a:t>(</a:t>
            </a:r>
            <a:r>
              <a:rPr lang="en-IE" sz="2400" dirty="0" err="1">
                <a:solidFill>
                  <a:srgbClr val="000089"/>
                </a:solidFill>
                <a:latin typeface="UbuntuMono-Regular"/>
              </a:rPr>
              <a:t>arg</a:t>
            </a:r>
            <a:r>
              <a:rPr lang="en-IE" sz="2400" dirty="0">
                <a:solidFill>
                  <a:srgbClr val="000089"/>
                </a:solidFill>
                <a:latin typeface="UbuntuMono-Regular"/>
              </a:rPr>
              <a:t> </a:t>
            </a:r>
            <a:r>
              <a:rPr lang="en-IE" sz="2400" dirty="0">
                <a:solidFill>
                  <a:srgbClr val="555555"/>
                </a:solidFill>
                <a:latin typeface="UbuntuMono-Regular"/>
              </a:rPr>
              <a:t>+ </a:t>
            </a:r>
            <a:r>
              <a:rPr lang="en-IE" sz="2400" dirty="0">
                <a:solidFill>
                  <a:srgbClr val="CD3300"/>
                </a:solidFill>
                <a:latin typeface="UbuntuMono-Regular"/>
              </a:rPr>
              <a:t>" is a known spammer."</a:t>
            </a:r>
            <a:r>
              <a:rPr lang="en-IE" sz="2400" dirty="0">
                <a:solidFill>
                  <a:srgbClr val="555555"/>
                </a:solidFill>
                <a:latin typeface="UbuntuMono-Regular"/>
              </a:rPr>
              <a:t>);</a:t>
            </a:r>
          </a:p>
          <a:p>
            <a:pPr marL="0" indent="0">
              <a:buNone/>
            </a:pPr>
            <a:r>
              <a:rPr lang="en-IE" sz="2400" dirty="0">
                <a:solidFill>
                  <a:srgbClr val="555555"/>
                </a:solidFill>
                <a:latin typeface="UbuntuMono-Regular"/>
              </a:rPr>
              <a:t>		} </a:t>
            </a:r>
            <a:r>
              <a:rPr lang="en-IE" sz="2400" b="1" dirty="0">
                <a:solidFill>
                  <a:srgbClr val="00669A"/>
                </a:solidFill>
                <a:latin typeface="UbuntuMono-Bold"/>
              </a:rPr>
              <a:t>else </a:t>
            </a:r>
            <a:r>
              <a:rPr lang="en-IE" sz="2400" dirty="0">
                <a:solidFill>
                  <a:srgbClr val="555555"/>
                </a:solidFill>
                <a:latin typeface="UbuntuMono-Regular"/>
              </a:rPr>
              <a:t>{</a:t>
            </a:r>
          </a:p>
          <a:p>
            <a:pPr marL="0" indent="0">
              <a:buNone/>
            </a:pPr>
            <a:r>
              <a:rPr lang="en-IE" sz="2400" dirty="0">
                <a:solidFill>
                  <a:srgbClr val="000089"/>
                </a:solidFill>
                <a:latin typeface="UbuntuMono-Regular"/>
              </a:rPr>
              <a:t>			</a:t>
            </a:r>
            <a:r>
              <a:rPr lang="en-IE" sz="2400" dirty="0" err="1">
                <a:solidFill>
                  <a:srgbClr val="000089"/>
                </a:solidFill>
                <a:latin typeface="UbuntuMono-Regular"/>
              </a:rPr>
              <a:t>System</a:t>
            </a:r>
            <a:r>
              <a:rPr lang="en-IE" sz="2400" dirty="0" err="1">
                <a:solidFill>
                  <a:srgbClr val="555555"/>
                </a:solidFill>
                <a:latin typeface="UbuntuMono-Regular"/>
              </a:rPr>
              <a:t>.</a:t>
            </a:r>
            <a:r>
              <a:rPr lang="en-IE" sz="2400" dirty="0" err="1">
                <a:solidFill>
                  <a:srgbClr val="33009A"/>
                </a:solidFill>
                <a:latin typeface="UbuntuMono-Regular"/>
              </a:rPr>
              <a:t>out</a:t>
            </a:r>
            <a:r>
              <a:rPr lang="en-IE" sz="2400" dirty="0" err="1">
                <a:solidFill>
                  <a:srgbClr val="555555"/>
                </a:solidFill>
                <a:latin typeface="UbuntuMono-Regular"/>
              </a:rPr>
              <a:t>.</a:t>
            </a:r>
            <a:r>
              <a:rPr lang="en-IE" sz="2400" dirty="0" err="1">
                <a:solidFill>
                  <a:srgbClr val="33009A"/>
                </a:solidFill>
                <a:latin typeface="UbuntuMono-Regular"/>
              </a:rPr>
              <a:t>println</a:t>
            </a:r>
            <a:r>
              <a:rPr lang="en-IE" sz="2400" dirty="0">
                <a:solidFill>
                  <a:srgbClr val="555555"/>
                </a:solidFill>
                <a:latin typeface="UbuntuMono-Regular"/>
              </a:rPr>
              <a:t>(</a:t>
            </a:r>
            <a:r>
              <a:rPr lang="en-IE" sz="2400" dirty="0" err="1">
                <a:solidFill>
                  <a:srgbClr val="000089"/>
                </a:solidFill>
                <a:latin typeface="UbuntuMono-Regular"/>
              </a:rPr>
              <a:t>arg</a:t>
            </a:r>
            <a:r>
              <a:rPr lang="en-IE" sz="2400" dirty="0">
                <a:solidFill>
                  <a:srgbClr val="000089"/>
                </a:solidFill>
                <a:latin typeface="UbuntuMono-Regular"/>
              </a:rPr>
              <a:t> </a:t>
            </a:r>
            <a:r>
              <a:rPr lang="en-IE" sz="2400" dirty="0">
                <a:solidFill>
                  <a:srgbClr val="555555"/>
                </a:solidFill>
                <a:latin typeface="UbuntuMono-Regular"/>
              </a:rPr>
              <a:t>+ </a:t>
            </a:r>
            <a:r>
              <a:rPr lang="en-IE" sz="2400" dirty="0">
                <a:solidFill>
                  <a:srgbClr val="CD3300"/>
                </a:solidFill>
                <a:latin typeface="UbuntuMono-Regular"/>
              </a:rPr>
              <a:t>" appears legitimate."</a:t>
            </a:r>
            <a:r>
              <a:rPr lang="en-IE" sz="2400" dirty="0">
                <a:solidFill>
                  <a:srgbClr val="555555"/>
                </a:solidFill>
                <a:latin typeface="UbuntuMono-Regular"/>
              </a:rPr>
              <a:t>);</a:t>
            </a:r>
          </a:p>
          <a:p>
            <a:pPr marL="0" indent="0">
              <a:buNone/>
            </a:pPr>
            <a:r>
              <a:rPr lang="en-IE" sz="2400" dirty="0">
                <a:solidFill>
                  <a:srgbClr val="555555"/>
                </a:solidFill>
                <a:latin typeface="UbuntuMono-Regular"/>
              </a:rPr>
              <a:t>		}		</a:t>
            </a:r>
          </a:p>
          <a:p>
            <a:pPr marL="0" indent="0">
              <a:buNone/>
            </a:pPr>
            <a:r>
              <a:rPr lang="en-IE" sz="2400" dirty="0">
                <a:solidFill>
                  <a:srgbClr val="555555"/>
                </a:solidFill>
                <a:latin typeface="UbuntuMono-Regular"/>
              </a:rPr>
              <a:t>} }</a:t>
            </a:r>
          </a:p>
          <a:p>
            <a:pPr marL="0" indent="0">
              <a:buNone/>
            </a:pPr>
            <a:r>
              <a:rPr lang="en-IE" sz="2400" b="1" dirty="0">
                <a:solidFill>
                  <a:srgbClr val="00669A"/>
                </a:solidFill>
                <a:latin typeface="UbuntuMono-Bold"/>
              </a:rPr>
              <a:t>private static </a:t>
            </a:r>
            <a:r>
              <a:rPr lang="en-IE" sz="2400" b="1" dirty="0" err="1">
                <a:solidFill>
                  <a:srgbClr val="007789"/>
                </a:solidFill>
                <a:latin typeface="UbuntuMono-Bold"/>
              </a:rPr>
              <a:t>boolean</a:t>
            </a:r>
            <a:r>
              <a:rPr lang="en-IE" sz="2400" b="1" dirty="0">
                <a:solidFill>
                  <a:srgbClr val="007789"/>
                </a:solidFill>
                <a:latin typeface="UbuntuMono-Bold"/>
              </a:rPr>
              <a:t> </a:t>
            </a:r>
            <a:r>
              <a:rPr lang="en-IE" sz="2400" dirty="0" err="1">
                <a:solidFill>
                  <a:srgbClr val="CD00FF"/>
                </a:solidFill>
                <a:latin typeface="UbuntuMono-Regular"/>
              </a:rPr>
              <a:t>isSpammer</a:t>
            </a:r>
            <a:r>
              <a:rPr lang="en-IE" sz="2400" dirty="0">
                <a:solidFill>
                  <a:srgbClr val="555555"/>
                </a:solidFill>
                <a:latin typeface="UbuntuMono-Regular"/>
              </a:rPr>
              <a:t>(</a:t>
            </a:r>
            <a:r>
              <a:rPr lang="en-IE" sz="2400" dirty="0">
                <a:solidFill>
                  <a:srgbClr val="000089"/>
                </a:solidFill>
                <a:latin typeface="UbuntuMono-Regular"/>
              </a:rPr>
              <a:t>String </a:t>
            </a:r>
            <a:r>
              <a:rPr lang="en-IE" sz="2400" dirty="0" err="1">
                <a:solidFill>
                  <a:srgbClr val="000089"/>
                </a:solidFill>
                <a:latin typeface="UbuntuMono-Regular"/>
              </a:rPr>
              <a:t>arg</a:t>
            </a:r>
            <a:r>
              <a:rPr lang="en-IE" sz="2400" dirty="0">
                <a:solidFill>
                  <a:srgbClr val="555555"/>
                </a:solidFill>
                <a:latin typeface="UbuntuMono-Regular"/>
              </a:rPr>
              <a:t>) {</a:t>
            </a:r>
          </a:p>
          <a:p>
            <a:pPr marL="0" indent="0">
              <a:buNone/>
            </a:pPr>
            <a:r>
              <a:rPr lang="en-IE" sz="2400" b="1" dirty="0">
                <a:solidFill>
                  <a:srgbClr val="00669A"/>
                </a:solidFill>
                <a:latin typeface="UbuntuMono-Bold"/>
              </a:rPr>
              <a:t>try </a:t>
            </a:r>
            <a:r>
              <a:rPr lang="en-IE" sz="2400" dirty="0">
                <a:solidFill>
                  <a:srgbClr val="555555"/>
                </a:solidFill>
                <a:latin typeface="UbuntuMono-Regular"/>
              </a:rPr>
              <a:t>{</a:t>
            </a:r>
          </a:p>
          <a:p>
            <a:pPr marL="0" indent="0">
              <a:buNone/>
            </a:pPr>
            <a:r>
              <a:rPr lang="en-IE" sz="2400" dirty="0">
                <a:solidFill>
                  <a:srgbClr val="000089"/>
                </a:solidFill>
                <a:latin typeface="UbuntuMono-Regular"/>
              </a:rPr>
              <a:t>	</a:t>
            </a:r>
            <a:r>
              <a:rPr lang="en-IE" sz="2400" dirty="0" err="1">
                <a:solidFill>
                  <a:srgbClr val="000089"/>
                </a:solidFill>
                <a:latin typeface="UbuntuMono-Regular"/>
              </a:rPr>
              <a:t>InetAddress</a:t>
            </a:r>
            <a:r>
              <a:rPr lang="en-IE" sz="2400" dirty="0">
                <a:solidFill>
                  <a:srgbClr val="000089"/>
                </a:solidFill>
                <a:latin typeface="UbuntuMono-Regular"/>
              </a:rPr>
              <a:t> address </a:t>
            </a:r>
            <a:r>
              <a:rPr lang="en-IE" sz="2400" dirty="0">
                <a:solidFill>
                  <a:srgbClr val="555555"/>
                </a:solidFill>
                <a:latin typeface="UbuntuMono-Regular"/>
              </a:rPr>
              <a:t>= </a:t>
            </a:r>
            <a:r>
              <a:rPr lang="en-IE" sz="2400" dirty="0" err="1">
                <a:solidFill>
                  <a:srgbClr val="000089"/>
                </a:solidFill>
                <a:latin typeface="UbuntuMono-Regular"/>
              </a:rPr>
              <a:t>InetAddress</a:t>
            </a:r>
            <a:r>
              <a:rPr lang="en-IE" sz="2400" dirty="0" err="1">
                <a:solidFill>
                  <a:srgbClr val="555555"/>
                </a:solidFill>
                <a:latin typeface="UbuntuMono-Regular"/>
              </a:rPr>
              <a:t>.</a:t>
            </a:r>
            <a:r>
              <a:rPr lang="en-IE" sz="2400" dirty="0" err="1">
                <a:solidFill>
                  <a:srgbClr val="33009A"/>
                </a:solidFill>
                <a:latin typeface="UbuntuMono-Regular"/>
              </a:rPr>
              <a:t>getByName</a:t>
            </a:r>
            <a:r>
              <a:rPr lang="en-IE" sz="2400" dirty="0">
                <a:solidFill>
                  <a:srgbClr val="555555"/>
                </a:solidFill>
                <a:latin typeface="UbuntuMono-Regular"/>
              </a:rPr>
              <a:t>(</a:t>
            </a:r>
            <a:r>
              <a:rPr lang="en-IE" sz="2400" dirty="0" err="1">
                <a:solidFill>
                  <a:srgbClr val="000089"/>
                </a:solidFill>
                <a:latin typeface="UbuntuMono-Regular"/>
              </a:rPr>
              <a:t>arg</a:t>
            </a:r>
            <a:r>
              <a:rPr lang="en-IE" sz="2400" dirty="0">
                <a:solidFill>
                  <a:srgbClr val="555555"/>
                </a:solidFill>
                <a:latin typeface="UbuntuMono-Regular"/>
              </a:rPr>
              <a:t>);</a:t>
            </a:r>
          </a:p>
          <a:p>
            <a:pPr marL="0" indent="0">
              <a:buNone/>
            </a:pPr>
            <a:r>
              <a:rPr lang="en-IE" sz="2400" b="1" dirty="0">
                <a:solidFill>
                  <a:srgbClr val="007789"/>
                </a:solidFill>
                <a:latin typeface="UbuntuMono-Bold"/>
              </a:rPr>
              <a:t>	byte</a:t>
            </a:r>
            <a:r>
              <a:rPr lang="en-IE" sz="2400" dirty="0">
                <a:solidFill>
                  <a:srgbClr val="555555"/>
                </a:solidFill>
                <a:latin typeface="UbuntuMono-Regular"/>
              </a:rPr>
              <a:t>[] </a:t>
            </a:r>
            <a:r>
              <a:rPr lang="en-IE" sz="2400" dirty="0">
                <a:solidFill>
                  <a:srgbClr val="000089"/>
                </a:solidFill>
                <a:latin typeface="UbuntuMono-Regular"/>
              </a:rPr>
              <a:t>quad </a:t>
            </a:r>
            <a:r>
              <a:rPr lang="en-IE" sz="2400" dirty="0">
                <a:solidFill>
                  <a:srgbClr val="555555"/>
                </a:solidFill>
                <a:latin typeface="UbuntuMono-Regular"/>
              </a:rPr>
              <a:t>= </a:t>
            </a:r>
            <a:r>
              <a:rPr lang="en-IE" sz="2400" dirty="0" err="1">
                <a:solidFill>
                  <a:srgbClr val="000089"/>
                </a:solidFill>
                <a:latin typeface="UbuntuMono-Regular"/>
              </a:rPr>
              <a:t>address</a:t>
            </a:r>
            <a:r>
              <a:rPr lang="en-IE" sz="2400" dirty="0" err="1">
                <a:solidFill>
                  <a:srgbClr val="555555"/>
                </a:solidFill>
                <a:latin typeface="UbuntuMono-Regular"/>
              </a:rPr>
              <a:t>.</a:t>
            </a:r>
            <a:r>
              <a:rPr lang="en-IE" sz="2400" dirty="0" err="1">
                <a:solidFill>
                  <a:srgbClr val="33009A"/>
                </a:solidFill>
                <a:latin typeface="UbuntuMono-Regular"/>
              </a:rPr>
              <a:t>getAddress</a:t>
            </a:r>
            <a:r>
              <a:rPr lang="en-IE" sz="2400" dirty="0">
                <a:solidFill>
                  <a:srgbClr val="555555"/>
                </a:solidFill>
                <a:latin typeface="UbuntuMono-Regular"/>
              </a:rPr>
              <a:t>();</a:t>
            </a:r>
          </a:p>
          <a:p>
            <a:pPr marL="0" indent="0">
              <a:buNone/>
            </a:pPr>
            <a:r>
              <a:rPr lang="en-IE" sz="2400" dirty="0">
                <a:solidFill>
                  <a:srgbClr val="000089"/>
                </a:solidFill>
                <a:latin typeface="UbuntuMono-Regular"/>
              </a:rPr>
              <a:t>	String query </a:t>
            </a:r>
            <a:r>
              <a:rPr lang="en-IE" sz="2400" dirty="0">
                <a:solidFill>
                  <a:srgbClr val="555555"/>
                </a:solidFill>
                <a:latin typeface="UbuntuMono-Regular"/>
              </a:rPr>
              <a:t>= </a:t>
            </a:r>
            <a:r>
              <a:rPr lang="en-IE" sz="2400" dirty="0">
                <a:solidFill>
                  <a:srgbClr val="000089"/>
                </a:solidFill>
                <a:latin typeface="UbuntuMono-Regular"/>
              </a:rPr>
              <a:t>BLACKHOLE</a:t>
            </a:r>
            <a:r>
              <a:rPr lang="en-IE" sz="2400" dirty="0">
                <a:solidFill>
                  <a:srgbClr val="555555"/>
                </a:solidFill>
                <a:latin typeface="UbuntuMono-Regular"/>
              </a:rPr>
              <a:t>;</a:t>
            </a:r>
          </a:p>
          <a:p>
            <a:pPr marL="0" indent="0">
              <a:buNone/>
            </a:pPr>
            <a:r>
              <a:rPr lang="en-IE" sz="2400" b="1" dirty="0">
                <a:solidFill>
                  <a:srgbClr val="00669A"/>
                </a:solidFill>
                <a:latin typeface="UbuntuMono-Bold"/>
              </a:rPr>
              <a:t>	for </a:t>
            </a:r>
            <a:r>
              <a:rPr lang="en-IE" sz="2400" dirty="0">
                <a:solidFill>
                  <a:srgbClr val="555555"/>
                </a:solidFill>
                <a:latin typeface="UbuntuMono-Regular"/>
              </a:rPr>
              <a:t>(</a:t>
            </a:r>
            <a:r>
              <a:rPr lang="en-IE" sz="2400" b="1" dirty="0">
                <a:solidFill>
                  <a:srgbClr val="007789"/>
                </a:solidFill>
                <a:latin typeface="UbuntuMono-Bold"/>
              </a:rPr>
              <a:t>byte </a:t>
            </a:r>
            <a:r>
              <a:rPr lang="en-IE" sz="2400" dirty="0">
                <a:solidFill>
                  <a:srgbClr val="000089"/>
                </a:solidFill>
                <a:latin typeface="UbuntuMono-Regular"/>
              </a:rPr>
              <a:t>octet </a:t>
            </a:r>
            <a:r>
              <a:rPr lang="en-IE" sz="2400" dirty="0">
                <a:solidFill>
                  <a:srgbClr val="555555"/>
                </a:solidFill>
                <a:latin typeface="UbuntuMono-Regular"/>
              </a:rPr>
              <a:t>: </a:t>
            </a:r>
            <a:r>
              <a:rPr lang="en-IE" sz="2400" dirty="0">
                <a:solidFill>
                  <a:srgbClr val="000089"/>
                </a:solidFill>
                <a:latin typeface="UbuntuMono-Regular"/>
              </a:rPr>
              <a:t>quad</a:t>
            </a:r>
            <a:r>
              <a:rPr lang="en-IE" sz="2400" dirty="0">
                <a:solidFill>
                  <a:srgbClr val="555555"/>
                </a:solidFill>
                <a:latin typeface="UbuntuMono-Regular"/>
              </a:rPr>
              <a:t>) {</a:t>
            </a:r>
          </a:p>
          <a:p>
            <a:pPr marL="0" indent="0">
              <a:buNone/>
            </a:pPr>
            <a:r>
              <a:rPr lang="en-IE" sz="2400" b="1" dirty="0">
                <a:solidFill>
                  <a:srgbClr val="007789"/>
                </a:solidFill>
                <a:latin typeface="UbuntuMono-Bold"/>
              </a:rPr>
              <a:t>		</a:t>
            </a:r>
            <a:r>
              <a:rPr lang="en-IE" sz="2400" b="1" dirty="0" err="1">
                <a:solidFill>
                  <a:srgbClr val="007789"/>
                </a:solidFill>
                <a:latin typeface="UbuntuMono-Bold"/>
              </a:rPr>
              <a:t>int</a:t>
            </a:r>
            <a:r>
              <a:rPr lang="en-IE" sz="2400" b="1" dirty="0">
                <a:solidFill>
                  <a:srgbClr val="007789"/>
                </a:solidFill>
                <a:latin typeface="UbuntuMono-Bold"/>
              </a:rPr>
              <a:t> </a:t>
            </a:r>
            <a:r>
              <a:rPr lang="en-IE" sz="2400" dirty="0" err="1">
                <a:solidFill>
                  <a:srgbClr val="000089"/>
                </a:solidFill>
                <a:latin typeface="UbuntuMono-Regular"/>
              </a:rPr>
              <a:t>unsignedByte</a:t>
            </a:r>
            <a:r>
              <a:rPr lang="en-IE" sz="2400" dirty="0">
                <a:solidFill>
                  <a:srgbClr val="000089"/>
                </a:solidFill>
                <a:latin typeface="UbuntuMono-Regular"/>
              </a:rPr>
              <a:t> </a:t>
            </a:r>
            <a:r>
              <a:rPr lang="en-IE" sz="2400" dirty="0">
                <a:solidFill>
                  <a:srgbClr val="555555"/>
                </a:solidFill>
                <a:latin typeface="UbuntuMono-Regular"/>
              </a:rPr>
              <a:t>= </a:t>
            </a:r>
            <a:r>
              <a:rPr lang="en-IE" sz="2400" dirty="0">
                <a:solidFill>
                  <a:srgbClr val="000089"/>
                </a:solidFill>
                <a:latin typeface="UbuntuMono-Regular"/>
              </a:rPr>
              <a:t>octet </a:t>
            </a:r>
            <a:r>
              <a:rPr lang="en-IE" sz="2400" dirty="0">
                <a:solidFill>
                  <a:srgbClr val="555555"/>
                </a:solidFill>
                <a:latin typeface="UbuntuMono-Regular"/>
              </a:rPr>
              <a:t>&lt; </a:t>
            </a:r>
            <a:r>
              <a:rPr lang="en-IE" sz="2400" dirty="0">
                <a:solidFill>
                  <a:srgbClr val="FF6600"/>
                </a:solidFill>
                <a:latin typeface="UbuntuMono-Regular"/>
              </a:rPr>
              <a:t>0 </a:t>
            </a:r>
            <a:r>
              <a:rPr lang="en-IE" sz="2400" dirty="0">
                <a:solidFill>
                  <a:srgbClr val="555555"/>
                </a:solidFill>
                <a:latin typeface="UbuntuMono-Regular"/>
              </a:rPr>
              <a:t>? </a:t>
            </a:r>
            <a:r>
              <a:rPr lang="en-IE" sz="2400" dirty="0">
                <a:solidFill>
                  <a:srgbClr val="000089"/>
                </a:solidFill>
                <a:latin typeface="UbuntuMono-Regular"/>
              </a:rPr>
              <a:t>octet </a:t>
            </a:r>
            <a:r>
              <a:rPr lang="en-IE" sz="2400" dirty="0">
                <a:solidFill>
                  <a:srgbClr val="555555"/>
                </a:solidFill>
                <a:latin typeface="UbuntuMono-Regular"/>
              </a:rPr>
              <a:t>+ </a:t>
            </a:r>
            <a:r>
              <a:rPr lang="en-IE" sz="2400" dirty="0">
                <a:solidFill>
                  <a:srgbClr val="FF6600"/>
                </a:solidFill>
                <a:latin typeface="UbuntuMono-Regular"/>
              </a:rPr>
              <a:t>256 </a:t>
            </a:r>
            <a:r>
              <a:rPr lang="en-IE" sz="2400" dirty="0">
                <a:solidFill>
                  <a:srgbClr val="555555"/>
                </a:solidFill>
                <a:latin typeface="UbuntuMono-Regular"/>
              </a:rPr>
              <a:t>: </a:t>
            </a:r>
            <a:r>
              <a:rPr lang="en-IE" sz="2400" dirty="0">
                <a:solidFill>
                  <a:srgbClr val="000089"/>
                </a:solidFill>
                <a:latin typeface="UbuntuMono-Regular"/>
              </a:rPr>
              <a:t>octet</a:t>
            </a:r>
            <a:r>
              <a:rPr lang="en-IE" sz="2400" dirty="0">
                <a:solidFill>
                  <a:srgbClr val="555555"/>
                </a:solidFill>
                <a:latin typeface="UbuntuMono-Regular"/>
              </a:rPr>
              <a:t>;</a:t>
            </a:r>
          </a:p>
          <a:p>
            <a:pPr marL="0" indent="0">
              <a:buNone/>
            </a:pPr>
            <a:r>
              <a:rPr lang="en-IE" sz="2400" dirty="0">
                <a:solidFill>
                  <a:srgbClr val="000089"/>
                </a:solidFill>
                <a:latin typeface="UbuntuMono-Regular"/>
              </a:rPr>
              <a:t>	query </a:t>
            </a:r>
            <a:r>
              <a:rPr lang="en-IE" sz="2400" dirty="0">
                <a:solidFill>
                  <a:srgbClr val="555555"/>
                </a:solidFill>
                <a:latin typeface="UbuntuMono-Regular"/>
              </a:rPr>
              <a:t>= </a:t>
            </a:r>
            <a:r>
              <a:rPr lang="en-IE" sz="2400" dirty="0" err="1">
                <a:solidFill>
                  <a:srgbClr val="000089"/>
                </a:solidFill>
                <a:latin typeface="UbuntuMono-Regular"/>
              </a:rPr>
              <a:t>unsignedByte</a:t>
            </a:r>
            <a:r>
              <a:rPr lang="en-IE" sz="2400" dirty="0">
                <a:solidFill>
                  <a:srgbClr val="000089"/>
                </a:solidFill>
                <a:latin typeface="UbuntuMono-Regular"/>
              </a:rPr>
              <a:t> </a:t>
            </a:r>
            <a:r>
              <a:rPr lang="en-IE" sz="2400" dirty="0">
                <a:solidFill>
                  <a:srgbClr val="555555"/>
                </a:solidFill>
                <a:latin typeface="UbuntuMono-Regular"/>
              </a:rPr>
              <a:t>+ </a:t>
            </a:r>
            <a:r>
              <a:rPr lang="en-IE" sz="2400" dirty="0">
                <a:solidFill>
                  <a:srgbClr val="CD3300"/>
                </a:solidFill>
                <a:latin typeface="UbuntuMono-Regular"/>
              </a:rPr>
              <a:t>"." </a:t>
            </a:r>
            <a:r>
              <a:rPr lang="en-IE" sz="2400" dirty="0">
                <a:solidFill>
                  <a:srgbClr val="555555"/>
                </a:solidFill>
                <a:latin typeface="UbuntuMono-Regular"/>
              </a:rPr>
              <a:t>+ </a:t>
            </a:r>
            <a:r>
              <a:rPr lang="en-IE" sz="2400" dirty="0">
                <a:solidFill>
                  <a:srgbClr val="000089"/>
                </a:solidFill>
                <a:latin typeface="UbuntuMono-Regular"/>
              </a:rPr>
              <a:t>query</a:t>
            </a:r>
            <a:r>
              <a:rPr lang="en-IE" sz="2400" dirty="0">
                <a:solidFill>
                  <a:srgbClr val="555555"/>
                </a:solidFill>
                <a:latin typeface="UbuntuMono-Regular"/>
              </a:rPr>
              <a:t>;</a:t>
            </a:r>
          </a:p>
          <a:p>
            <a:pPr marL="0" indent="0">
              <a:buNone/>
            </a:pPr>
            <a:r>
              <a:rPr lang="en-IE" sz="2400" dirty="0">
                <a:solidFill>
                  <a:srgbClr val="555555"/>
                </a:solidFill>
                <a:latin typeface="UbuntuMono-Regular"/>
              </a:rPr>
              <a:t>	}</a:t>
            </a:r>
          </a:p>
          <a:p>
            <a:pPr marL="0" indent="0">
              <a:buNone/>
            </a:pPr>
            <a:r>
              <a:rPr lang="en-IE" sz="2400" dirty="0">
                <a:solidFill>
                  <a:srgbClr val="000089"/>
                </a:solidFill>
                <a:latin typeface="UbuntuMono-Regular"/>
              </a:rPr>
              <a:t>	</a:t>
            </a:r>
            <a:r>
              <a:rPr lang="en-IE" sz="2400" dirty="0" err="1">
                <a:solidFill>
                  <a:srgbClr val="000089"/>
                </a:solidFill>
                <a:latin typeface="UbuntuMono-Regular"/>
              </a:rPr>
              <a:t>InetAddress</a:t>
            </a:r>
            <a:r>
              <a:rPr lang="en-IE" sz="2400" dirty="0" err="1">
                <a:solidFill>
                  <a:srgbClr val="555555"/>
                </a:solidFill>
                <a:latin typeface="UbuntuMono-Regular"/>
              </a:rPr>
              <a:t>.</a:t>
            </a:r>
            <a:r>
              <a:rPr lang="en-IE" sz="2400" dirty="0" err="1">
                <a:solidFill>
                  <a:srgbClr val="33009A"/>
                </a:solidFill>
                <a:latin typeface="UbuntuMono-Regular"/>
              </a:rPr>
              <a:t>getByName</a:t>
            </a:r>
            <a:r>
              <a:rPr lang="en-IE" sz="2400" dirty="0">
                <a:solidFill>
                  <a:srgbClr val="555555"/>
                </a:solidFill>
                <a:latin typeface="UbuntuMono-Regular"/>
              </a:rPr>
              <a:t>(</a:t>
            </a:r>
            <a:r>
              <a:rPr lang="en-IE" sz="2400" dirty="0">
                <a:solidFill>
                  <a:srgbClr val="000089"/>
                </a:solidFill>
                <a:latin typeface="UbuntuMono-Regular"/>
              </a:rPr>
              <a:t>query</a:t>
            </a:r>
            <a:r>
              <a:rPr lang="en-IE" sz="2400" dirty="0">
                <a:solidFill>
                  <a:srgbClr val="555555"/>
                </a:solidFill>
                <a:latin typeface="UbuntuMono-Regular"/>
              </a:rPr>
              <a:t>);</a:t>
            </a:r>
          </a:p>
          <a:p>
            <a:pPr marL="0" indent="0">
              <a:buNone/>
            </a:pPr>
            <a:r>
              <a:rPr lang="en-IE" sz="2400" b="1" dirty="0">
                <a:solidFill>
                  <a:srgbClr val="00669A"/>
                </a:solidFill>
                <a:latin typeface="UbuntuMono-Bold"/>
              </a:rPr>
              <a:t>	return true</a:t>
            </a:r>
            <a:r>
              <a:rPr lang="en-IE" sz="2400" dirty="0">
                <a:solidFill>
                  <a:srgbClr val="555555"/>
                </a:solidFill>
                <a:latin typeface="UbuntuMono-Regular"/>
              </a:rPr>
              <a:t>;</a:t>
            </a:r>
          </a:p>
          <a:p>
            <a:pPr marL="0" indent="0">
              <a:buNone/>
            </a:pPr>
            <a:r>
              <a:rPr lang="en-IE" sz="2400" dirty="0">
                <a:solidFill>
                  <a:srgbClr val="555555"/>
                </a:solidFill>
                <a:latin typeface="UbuntuMono-Regular"/>
              </a:rPr>
              <a:t>} </a:t>
            </a:r>
            <a:r>
              <a:rPr lang="en-IE" sz="2400" b="1" dirty="0">
                <a:solidFill>
                  <a:srgbClr val="00669A"/>
                </a:solidFill>
                <a:latin typeface="UbuntuMono-Bold"/>
              </a:rPr>
              <a:t>catch </a:t>
            </a:r>
            <a:r>
              <a:rPr lang="en-IE" sz="2400" dirty="0">
                <a:solidFill>
                  <a:srgbClr val="555555"/>
                </a:solidFill>
                <a:latin typeface="UbuntuMono-Regular"/>
              </a:rPr>
              <a:t>(</a:t>
            </a:r>
            <a:r>
              <a:rPr lang="en-IE" sz="2400" dirty="0" err="1">
                <a:solidFill>
                  <a:srgbClr val="000089"/>
                </a:solidFill>
                <a:latin typeface="UbuntuMono-Regular"/>
              </a:rPr>
              <a:t>UnknownHostException</a:t>
            </a:r>
            <a:r>
              <a:rPr lang="en-IE" sz="2400" dirty="0">
                <a:solidFill>
                  <a:srgbClr val="000089"/>
                </a:solidFill>
                <a:latin typeface="UbuntuMono-Regular"/>
              </a:rPr>
              <a:t> e</a:t>
            </a:r>
            <a:r>
              <a:rPr lang="en-IE" sz="2400" dirty="0">
                <a:solidFill>
                  <a:srgbClr val="555555"/>
                </a:solidFill>
                <a:latin typeface="UbuntuMono-Regular"/>
              </a:rPr>
              <a:t>) {</a:t>
            </a:r>
          </a:p>
          <a:p>
            <a:pPr marL="0" indent="0">
              <a:buNone/>
            </a:pPr>
            <a:r>
              <a:rPr lang="en-IE" sz="2400" b="1" dirty="0">
                <a:solidFill>
                  <a:srgbClr val="00669A"/>
                </a:solidFill>
                <a:latin typeface="UbuntuMono-Bold"/>
              </a:rPr>
              <a:t>return false</a:t>
            </a:r>
            <a:r>
              <a:rPr lang="en-IE" sz="2400" dirty="0">
                <a:solidFill>
                  <a:srgbClr val="555555"/>
                </a:solidFill>
                <a:latin typeface="UbuntuMono-Regular"/>
              </a:rPr>
              <a:t>;</a:t>
            </a:r>
          </a:p>
          <a:p>
            <a:pPr marL="0" indent="0">
              <a:buNone/>
            </a:pPr>
            <a:r>
              <a:rPr lang="en-IE" sz="2400" dirty="0">
                <a:solidFill>
                  <a:srgbClr val="555555"/>
                </a:solidFill>
                <a:latin typeface="UbuntuMono-Regular"/>
              </a:rPr>
              <a:t>}}}</a:t>
            </a:r>
          </a:p>
        </p:txBody>
      </p:sp>
    </p:spTree>
    <p:extLst>
      <p:ext uri="{BB962C8B-B14F-4D97-AF65-F5344CB8AC3E}">
        <p14:creationId xmlns:p14="http://schemas.microsoft.com/office/powerpoint/2010/main" val="6374362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868362"/>
          </a:xfrm>
        </p:spPr>
        <p:txBody>
          <a:bodyPr>
            <a:noAutofit/>
          </a:bodyPr>
          <a:lstStyle/>
          <a:p>
            <a:r>
              <a:rPr lang="en-IE" sz="4000" dirty="0"/>
              <a:t>Processing Web Server </a:t>
            </a:r>
            <a:r>
              <a:rPr lang="en-IE" sz="4000" dirty="0" err="1"/>
              <a:t>Logfiles</a:t>
            </a:r>
            <a:endParaRPr lang="en-US" altLang="en-US" sz="4000" dirty="0"/>
          </a:p>
        </p:txBody>
      </p:sp>
      <p:sp>
        <p:nvSpPr>
          <p:cNvPr id="16387" name="Rectangle 3"/>
          <p:cNvSpPr>
            <a:spLocks noGrp="1" noChangeArrowheads="1"/>
          </p:cNvSpPr>
          <p:nvPr>
            <p:ph type="body" idx="1"/>
          </p:nvPr>
        </p:nvSpPr>
        <p:spPr>
          <a:xfrm>
            <a:off x="76200" y="685800"/>
            <a:ext cx="9067800" cy="6172200"/>
          </a:xfrm>
        </p:spPr>
        <p:txBody>
          <a:bodyPr>
            <a:normAutofit fontScale="77500" lnSpcReduction="20000"/>
          </a:bodyPr>
          <a:lstStyle/>
          <a:p>
            <a:r>
              <a:rPr lang="en-IE" sz="3600" dirty="0"/>
              <a:t>Web server logs track the hosts that access a website. </a:t>
            </a:r>
          </a:p>
          <a:p>
            <a:r>
              <a:rPr lang="en-IE" sz="3600" dirty="0"/>
              <a:t>By default, the log reports the IP addresses of the sites that connect to the server. </a:t>
            </a:r>
          </a:p>
          <a:p>
            <a:r>
              <a:rPr lang="en-IE" sz="3600" dirty="0"/>
              <a:t>However, you can often get more information from the names of those sites than from their IP addresses. </a:t>
            </a:r>
          </a:p>
          <a:p>
            <a:r>
              <a:rPr lang="en-IE" sz="3600" dirty="0"/>
              <a:t>Most web servers have an option to store hostnames instead of IP addresses, but this can hurt performance because the server needs to make a DNS request for each hit. </a:t>
            </a:r>
          </a:p>
          <a:p>
            <a:r>
              <a:rPr lang="en-IE" sz="3600" dirty="0"/>
              <a:t>It is much more efficient to log the IP addresses and convert them to hostnames at a later time, when the server isn’t busy or even on another machine completely. </a:t>
            </a:r>
          </a:p>
          <a:p>
            <a:r>
              <a:rPr lang="en-IE" sz="3600" dirty="0"/>
              <a:t>Most web servers have standardized on the common </a:t>
            </a:r>
            <a:r>
              <a:rPr lang="en-IE" sz="3600" dirty="0" err="1"/>
              <a:t>logfile</a:t>
            </a:r>
            <a:r>
              <a:rPr lang="en-IE" sz="3600" dirty="0"/>
              <a:t> format. 	</a:t>
            </a:r>
          </a:p>
          <a:p>
            <a:pPr lvl="1"/>
            <a:r>
              <a:rPr lang="en-IE" dirty="0"/>
              <a:t>205.160.186.76 unknown - [17/Jun/2013:22:53:58 -0500]	"GET /</a:t>
            </a:r>
            <a:r>
              <a:rPr lang="en-IE" dirty="0" err="1"/>
              <a:t>bgs</a:t>
            </a:r>
            <a:r>
              <a:rPr lang="en-IE" dirty="0"/>
              <a:t>/greenbg.gif HTTP 1.0" 200 50</a:t>
            </a:r>
            <a:endParaRPr lang="en-IE" sz="3600" b="1" dirty="0"/>
          </a:p>
        </p:txBody>
      </p:sp>
    </p:spTree>
    <p:extLst>
      <p:ext uri="{BB962C8B-B14F-4D97-AF65-F5344CB8AC3E}">
        <p14:creationId xmlns:p14="http://schemas.microsoft.com/office/powerpoint/2010/main" val="3401556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0"/>
            <a:ext cx="9144000" cy="868362"/>
          </a:xfrm>
        </p:spPr>
        <p:txBody>
          <a:bodyPr>
            <a:noAutofit/>
          </a:bodyPr>
          <a:lstStyle/>
          <a:p>
            <a:r>
              <a:rPr lang="en-IE" sz="3600" dirty="0"/>
              <a:t>Processing Web Server </a:t>
            </a:r>
            <a:r>
              <a:rPr lang="en-IE" sz="3600" dirty="0" err="1"/>
              <a:t>Logfiles</a:t>
            </a:r>
            <a:r>
              <a:rPr lang="en-IE" sz="3600" dirty="0"/>
              <a:t> (Sequentially)</a:t>
            </a:r>
            <a:endParaRPr lang="en-US" altLang="en-US" sz="3600" dirty="0"/>
          </a:p>
        </p:txBody>
      </p:sp>
      <p:sp>
        <p:nvSpPr>
          <p:cNvPr id="16387" name="Rectangle 3"/>
          <p:cNvSpPr>
            <a:spLocks noGrp="1" noChangeArrowheads="1"/>
          </p:cNvSpPr>
          <p:nvPr>
            <p:ph type="body" idx="1"/>
          </p:nvPr>
        </p:nvSpPr>
        <p:spPr>
          <a:xfrm>
            <a:off x="76200" y="685800"/>
            <a:ext cx="9067800" cy="6172200"/>
          </a:xfrm>
        </p:spPr>
        <p:txBody>
          <a:bodyPr>
            <a:normAutofit fontScale="40000" lnSpcReduction="20000"/>
          </a:bodyPr>
          <a:lstStyle/>
          <a:p>
            <a:pPr marL="0" indent="0">
              <a:buNone/>
            </a:pPr>
            <a:r>
              <a:rPr lang="en-IE" sz="3600" b="1" dirty="0">
                <a:solidFill>
                  <a:srgbClr val="00669A"/>
                </a:solidFill>
                <a:latin typeface="UbuntuMono-Bold"/>
              </a:rPr>
              <a:t>import </a:t>
            </a:r>
            <a:r>
              <a:rPr lang="en-IE" sz="3600" b="1" dirty="0">
                <a:solidFill>
                  <a:srgbClr val="00CDFF"/>
                </a:solidFill>
                <a:latin typeface="UbuntuMono-Bold"/>
              </a:rPr>
              <a:t>java.io.*</a:t>
            </a:r>
            <a:r>
              <a:rPr lang="en-IE" sz="3600" dirty="0">
                <a:solidFill>
                  <a:srgbClr val="555555"/>
                </a:solidFill>
                <a:latin typeface="UbuntuMono-Regular"/>
              </a:rPr>
              <a:t>;</a:t>
            </a:r>
          </a:p>
          <a:p>
            <a:pPr marL="0" indent="0">
              <a:buNone/>
            </a:pPr>
            <a:r>
              <a:rPr lang="en-IE" sz="3600" b="1" dirty="0">
                <a:solidFill>
                  <a:srgbClr val="00669A"/>
                </a:solidFill>
                <a:latin typeface="UbuntuMono-Bold"/>
              </a:rPr>
              <a:t>import </a:t>
            </a:r>
            <a:r>
              <a:rPr lang="en-IE" sz="3600" b="1" dirty="0">
                <a:solidFill>
                  <a:srgbClr val="00CDFF"/>
                </a:solidFill>
                <a:latin typeface="UbuntuMono-Bold"/>
              </a:rPr>
              <a:t>java.net.*</a:t>
            </a:r>
            <a:r>
              <a:rPr lang="en-IE" sz="3600" dirty="0">
                <a:solidFill>
                  <a:srgbClr val="555555"/>
                </a:solidFill>
                <a:latin typeface="UbuntuMono-Regular"/>
              </a:rPr>
              <a:t>;</a:t>
            </a:r>
          </a:p>
          <a:p>
            <a:pPr marL="0" indent="0">
              <a:buNone/>
            </a:pPr>
            <a:r>
              <a:rPr lang="en-IE" sz="3600" b="1" dirty="0">
                <a:solidFill>
                  <a:srgbClr val="00669A"/>
                </a:solidFill>
                <a:latin typeface="UbuntuMono-Bold"/>
              </a:rPr>
              <a:t>public class </a:t>
            </a:r>
            <a:r>
              <a:rPr lang="en-IE" sz="3600" b="1" dirty="0">
                <a:solidFill>
                  <a:srgbClr val="00AB89"/>
                </a:solidFill>
                <a:latin typeface="UbuntuMono-Bold"/>
              </a:rPr>
              <a:t>Weblog </a:t>
            </a:r>
            <a:r>
              <a:rPr lang="en-IE" sz="3600" dirty="0">
                <a:solidFill>
                  <a:srgbClr val="555555"/>
                </a:solidFill>
                <a:latin typeface="UbuntuMono-Regular"/>
              </a:rPr>
              <a:t>{</a:t>
            </a:r>
          </a:p>
          <a:p>
            <a:pPr marL="0" indent="0">
              <a:buNone/>
            </a:pPr>
            <a:r>
              <a:rPr lang="en-IE" sz="3600" b="1" dirty="0">
                <a:solidFill>
                  <a:srgbClr val="00669A"/>
                </a:solidFill>
                <a:latin typeface="UbuntuMono-Bold"/>
              </a:rPr>
              <a:t>public static </a:t>
            </a:r>
            <a:r>
              <a:rPr lang="en-IE" sz="3600" b="1" dirty="0">
                <a:solidFill>
                  <a:srgbClr val="007789"/>
                </a:solidFill>
                <a:latin typeface="UbuntuMono-Bold"/>
              </a:rPr>
              <a:t>void </a:t>
            </a:r>
            <a:r>
              <a:rPr lang="en-IE" sz="3600" dirty="0">
                <a:solidFill>
                  <a:srgbClr val="CD00FF"/>
                </a:solidFill>
                <a:latin typeface="UbuntuMono-Regular"/>
              </a:rPr>
              <a:t>main</a:t>
            </a:r>
            <a:r>
              <a:rPr lang="en-IE" sz="3600" dirty="0">
                <a:solidFill>
                  <a:srgbClr val="555555"/>
                </a:solidFill>
                <a:latin typeface="UbuntuMono-Regular"/>
              </a:rPr>
              <a:t>(</a:t>
            </a:r>
            <a:r>
              <a:rPr lang="en-IE" sz="3600" dirty="0">
                <a:solidFill>
                  <a:srgbClr val="000089"/>
                </a:solidFill>
                <a:latin typeface="UbuntuMono-Regular"/>
              </a:rPr>
              <a:t>String</a:t>
            </a:r>
            <a:r>
              <a:rPr lang="en-IE" sz="3600" dirty="0">
                <a:solidFill>
                  <a:srgbClr val="555555"/>
                </a:solidFill>
                <a:latin typeface="UbuntuMono-Regular"/>
              </a:rPr>
              <a:t>[] </a:t>
            </a:r>
            <a:r>
              <a:rPr lang="en-IE" sz="3600" dirty="0" err="1">
                <a:solidFill>
                  <a:srgbClr val="000089"/>
                </a:solidFill>
                <a:latin typeface="UbuntuMono-Regular"/>
              </a:rPr>
              <a:t>args</a:t>
            </a:r>
            <a:r>
              <a:rPr lang="en-IE" sz="3600" dirty="0">
                <a:solidFill>
                  <a:srgbClr val="555555"/>
                </a:solidFill>
                <a:latin typeface="UbuntuMono-Regular"/>
              </a:rPr>
              <a:t>) {</a:t>
            </a:r>
          </a:p>
          <a:p>
            <a:pPr marL="0" indent="0">
              <a:buNone/>
            </a:pPr>
            <a:r>
              <a:rPr lang="en-IE" sz="3600" b="1" dirty="0">
                <a:solidFill>
                  <a:srgbClr val="00669A"/>
                </a:solidFill>
                <a:latin typeface="UbuntuMono-Bold"/>
              </a:rPr>
              <a:t>try </a:t>
            </a:r>
            <a:r>
              <a:rPr lang="en-IE" sz="3600" dirty="0">
                <a:solidFill>
                  <a:srgbClr val="555555"/>
                </a:solidFill>
                <a:latin typeface="UbuntuMono-Regular"/>
              </a:rPr>
              <a:t>(</a:t>
            </a:r>
            <a:r>
              <a:rPr lang="en-IE" sz="3600" dirty="0" err="1">
                <a:solidFill>
                  <a:srgbClr val="000089"/>
                </a:solidFill>
                <a:latin typeface="UbuntuMono-Regular"/>
              </a:rPr>
              <a:t>FileInputStream</a:t>
            </a:r>
            <a:r>
              <a:rPr lang="en-IE" sz="3600" dirty="0">
                <a:solidFill>
                  <a:srgbClr val="000089"/>
                </a:solidFill>
                <a:latin typeface="UbuntuMono-Regular"/>
              </a:rPr>
              <a:t> fin </a:t>
            </a:r>
            <a:r>
              <a:rPr lang="en-IE" sz="3600" dirty="0">
                <a:solidFill>
                  <a:srgbClr val="555555"/>
                </a:solidFill>
                <a:latin typeface="UbuntuMono-Regular"/>
              </a:rPr>
              <a:t>= </a:t>
            </a:r>
            <a:r>
              <a:rPr lang="en-IE" sz="3600" b="1" dirty="0">
                <a:solidFill>
                  <a:srgbClr val="00669A"/>
                </a:solidFill>
                <a:latin typeface="UbuntuMono-Bold"/>
              </a:rPr>
              <a:t>new </a:t>
            </a:r>
            <a:r>
              <a:rPr lang="en-IE" sz="3600" dirty="0" err="1">
                <a:solidFill>
                  <a:srgbClr val="000089"/>
                </a:solidFill>
                <a:latin typeface="UbuntuMono-Regular"/>
              </a:rPr>
              <a:t>FileInputStream</a:t>
            </a:r>
            <a:r>
              <a:rPr lang="en-IE" sz="3600" dirty="0">
                <a:solidFill>
                  <a:srgbClr val="555555"/>
                </a:solidFill>
                <a:latin typeface="UbuntuMono-Regular"/>
              </a:rPr>
              <a:t>(</a:t>
            </a:r>
            <a:r>
              <a:rPr lang="en-IE" sz="3600" dirty="0">
                <a:solidFill>
                  <a:srgbClr val="000089"/>
                </a:solidFill>
                <a:latin typeface="UbuntuMono-Regular"/>
              </a:rPr>
              <a:t>“weblog.txt”</a:t>
            </a:r>
            <a:r>
              <a:rPr lang="en-IE" sz="3600" dirty="0">
                <a:solidFill>
                  <a:srgbClr val="555555"/>
                </a:solidFill>
                <a:latin typeface="UbuntuMono-Regular"/>
              </a:rPr>
              <a:t>);</a:t>
            </a:r>
          </a:p>
          <a:p>
            <a:pPr marL="0" indent="0">
              <a:buNone/>
            </a:pPr>
            <a:r>
              <a:rPr lang="en-IE" sz="3600" dirty="0">
                <a:solidFill>
                  <a:srgbClr val="000089"/>
                </a:solidFill>
                <a:latin typeface="UbuntuMono-Regular"/>
              </a:rPr>
              <a:t>Reader in </a:t>
            </a:r>
            <a:r>
              <a:rPr lang="en-IE" sz="3600" dirty="0">
                <a:solidFill>
                  <a:srgbClr val="555555"/>
                </a:solidFill>
                <a:latin typeface="UbuntuMono-Regular"/>
              </a:rPr>
              <a:t>= </a:t>
            </a:r>
            <a:r>
              <a:rPr lang="en-IE" sz="3600" b="1" dirty="0">
                <a:solidFill>
                  <a:srgbClr val="00669A"/>
                </a:solidFill>
                <a:latin typeface="UbuntuMono-Bold"/>
              </a:rPr>
              <a:t>new </a:t>
            </a:r>
            <a:r>
              <a:rPr lang="en-IE" sz="3600" dirty="0" err="1">
                <a:solidFill>
                  <a:srgbClr val="000089"/>
                </a:solidFill>
                <a:latin typeface="UbuntuMono-Regular"/>
              </a:rPr>
              <a:t>InputStreamReader</a:t>
            </a:r>
            <a:r>
              <a:rPr lang="en-IE" sz="3600" dirty="0">
                <a:solidFill>
                  <a:srgbClr val="555555"/>
                </a:solidFill>
                <a:latin typeface="UbuntuMono-Regular"/>
              </a:rPr>
              <a:t>(</a:t>
            </a:r>
            <a:r>
              <a:rPr lang="en-IE" sz="3600" dirty="0">
                <a:solidFill>
                  <a:srgbClr val="000089"/>
                </a:solidFill>
                <a:latin typeface="UbuntuMono-Regular"/>
              </a:rPr>
              <a:t>fin</a:t>
            </a:r>
            <a:r>
              <a:rPr lang="en-IE" sz="3600" dirty="0">
                <a:solidFill>
                  <a:srgbClr val="555555"/>
                </a:solidFill>
                <a:latin typeface="UbuntuMono-Regular"/>
              </a:rPr>
              <a:t>);</a:t>
            </a:r>
          </a:p>
          <a:p>
            <a:pPr marL="0" indent="0">
              <a:buNone/>
            </a:pPr>
            <a:r>
              <a:rPr lang="en-IE" sz="3600" dirty="0" err="1">
                <a:solidFill>
                  <a:srgbClr val="000089"/>
                </a:solidFill>
                <a:latin typeface="UbuntuMono-Regular"/>
              </a:rPr>
              <a:t>BufferedReader</a:t>
            </a:r>
            <a:r>
              <a:rPr lang="en-IE" sz="3600" dirty="0">
                <a:solidFill>
                  <a:srgbClr val="000089"/>
                </a:solidFill>
                <a:latin typeface="UbuntuMono-Regular"/>
              </a:rPr>
              <a:t> bin </a:t>
            </a:r>
            <a:r>
              <a:rPr lang="en-IE" sz="3600" dirty="0">
                <a:solidFill>
                  <a:srgbClr val="555555"/>
                </a:solidFill>
                <a:latin typeface="UbuntuMono-Regular"/>
              </a:rPr>
              <a:t>= </a:t>
            </a:r>
            <a:r>
              <a:rPr lang="en-IE" sz="3600" b="1" dirty="0">
                <a:solidFill>
                  <a:srgbClr val="00669A"/>
                </a:solidFill>
                <a:latin typeface="UbuntuMono-Bold"/>
              </a:rPr>
              <a:t>new </a:t>
            </a:r>
            <a:r>
              <a:rPr lang="en-IE" sz="3600" dirty="0" err="1">
                <a:solidFill>
                  <a:srgbClr val="000089"/>
                </a:solidFill>
                <a:latin typeface="UbuntuMono-Regular"/>
              </a:rPr>
              <a:t>BufferedReader</a:t>
            </a:r>
            <a:r>
              <a:rPr lang="en-IE" sz="3600" dirty="0">
                <a:solidFill>
                  <a:srgbClr val="555555"/>
                </a:solidFill>
                <a:latin typeface="UbuntuMono-Regular"/>
              </a:rPr>
              <a:t>(</a:t>
            </a:r>
            <a:r>
              <a:rPr lang="en-IE" sz="3600" dirty="0">
                <a:solidFill>
                  <a:srgbClr val="000089"/>
                </a:solidFill>
                <a:latin typeface="UbuntuMono-Regular"/>
              </a:rPr>
              <a:t>in</a:t>
            </a:r>
            <a:r>
              <a:rPr lang="en-IE" sz="3600" dirty="0">
                <a:solidFill>
                  <a:srgbClr val="555555"/>
                </a:solidFill>
                <a:latin typeface="UbuntuMono-Regular"/>
              </a:rPr>
              <a:t>);) {</a:t>
            </a:r>
          </a:p>
          <a:p>
            <a:pPr marL="0" indent="0">
              <a:buNone/>
            </a:pPr>
            <a:r>
              <a:rPr lang="en-IE" sz="3600" b="1" dirty="0">
                <a:solidFill>
                  <a:srgbClr val="00669A"/>
                </a:solidFill>
                <a:latin typeface="UbuntuMono-Bold"/>
              </a:rPr>
              <a:t>for </a:t>
            </a:r>
            <a:r>
              <a:rPr lang="en-IE" sz="3600" dirty="0">
                <a:solidFill>
                  <a:srgbClr val="555555"/>
                </a:solidFill>
                <a:latin typeface="UbuntuMono-Regular"/>
              </a:rPr>
              <a:t>(</a:t>
            </a:r>
            <a:r>
              <a:rPr lang="en-IE" sz="3600" dirty="0">
                <a:solidFill>
                  <a:srgbClr val="000089"/>
                </a:solidFill>
                <a:latin typeface="UbuntuMono-Regular"/>
              </a:rPr>
              <a:t>String entry </a:t>
            </a:r>
            <a:r>
              <a:rPr lang="en-IE" sz="3600" dirty="0">
                <a:solidFill>
                  <a:srgbClr val="555555"/>
                </a:solidFill>
                <a:latin typeface="UbuntuMono-Regular"/>
              </a:rPr>
              <a:t>= </a:t>
            </a:r>
            <a:r>
              <a:rPr lang="en-IE" sz="3600" dirty="0" err="1">
                <a:solidFill>
                  <a:srgbClr val="000089"/>
                </a:solidFill>
                <a:latin typeface="UbuntuMono-Regular"/>
              </a:rPr>
              <a:t>bin</a:t>
            </a:r>
            <a:r>
              <a:rPr lang="en-IE" sz="3600" dirty="0" err="1">
                <a:solidFill>
                  <a:srgbClr val="555555"/>
                </a:solidFill>
                <a:latin typeface="UbuntuMono-Regular"/>
              </a:rPr>
              <a:t>.</a:t>
            </a:r>
            <a:r>
              <a:rPr lang="en-IE" sz="3600" dirty="0" err="1">
                <a:solidFill>
                  <a:srgbClr val="33009A"/>
                </a:solidFill>
                <a:latin typeface="UbuntuMono-Regular"/>
              </a:rPr>
              <a:t>readLine</a:t>
            </a:r>
            <a:r>
              <a:rPr lang="en-IE" sz="3600" dirty="0">
                <a:solidFill>
                  <a:srgbClr val="555555"/>
                </a:solidFill>
                <a:latin typeface="UbuntuMono-Regular"/>
              </a:rPr>
              <a:t>();</a:t>
            </a:r>
          </a:p>
          <a:p>
            <a:pPr marL="0" indent="0">
              <a:buNone/>
            </a:pPr>
            <a:r>
              <a:rPr lang="en-IE" sz="3600" dirty="0">
                <a:solidFill>
                  <a:srgbClr val="000089"/>
                </a:solidFill>
                <a:latin typeface="UbuntuMono-Regular"/>
              </a:rPr>
              <a:t>entry </a:t>
            </a:r>
            <a:r>
              <a:rPr lang="en-IE" sz="3600" dirty="0">
                <a:solidFill>
                  <a:srgbClr val="555555"/>
                </a:solidFill>
                <a:latin typeface="UbuntuMono-Regular"/>
              </a:rPr>
              <a:t>!= </a:t>
            </a:r>
            <a:r>
              <a:rPr lang="en-IE" sz="3600" b="1" dirty="0">
                <a:solidFill>
                  <a:srgbClr val="00669A"/>
                </a:solidFill>
                <a:latin typeface="UbuntuMono-Bold"/>
              </a:rPr>
              <a:t>null</a:t>
            </a:r>
            <a:r>
              <a:rPr lang="en-IE" sz="3600" dirty="0">
                <a:solidFill>
                  <a:srgbClr val="555555"/>
                </a:solidFill>
                <a:latin typeface="UbuntuMono-Regular"/>
              </a:rPr>
              <a:t>;</a:t>
            </a:r>
          </a:p>
          <a:p>
            <a:pPr marL="0" indent="0">
              <a:buNone/>
            </a:pPr>
            <a:r>
              <a:rPr lang="en-IE" sz="3600" dirty="0">
                <a:solidFill>
                  <a:srgbClr val="000089"/>
                </a:solidFill>
                <a:latin typeface="UbuntuMono-Regular"/>
              </a:rPr>
              <a:t>entry </a:t>
            </a:r>
            <a:r>
              <a:rPr lang="en-IE" sz="3600" dirty="0">
                <a:solidFill>
                  <a:srgbClr val="555555"/>
                </a:solidFill>
                <a:latin typeface="UbuntuMono-Regular"/>
              </a:rPr>
              <a:t>= </a:t>
            </a:r>
            <a:r>
              <a:rPr lang="en-IE" sz="3600" dirty="0" err="1">
                <a:solidFill>
                  <a:srgbClr val="000089"/>
                </a:solidFill>
                <a:latin typeface="UbuntuMono-Regular"/>
              </a:rPr>
              <a:t>bin</a:t>
            </a:r>
            <a:r>
              <a:rPr lang="en-IE" sz="3600" dirty="0" err="1">
                <a:solidFill>
                  <a:srgbClr val="555555"/>
                </a:solidFill>
                <a:latin typeface="UbuntuMono-Regular"/>
              </a:rPr>
              <a:t>.</a:t>
            </a:r>
            <a:r>
              <a:rPr lang="en-IE" sz="3600" dirty="0" err="1">
                <a:solidFill>
                  <a:srgbClr val="33009A"/>
                </a:solidFill>
                <a:latin typeface="UbuntuMono-Regular"/>
              </a:rPr>
              <a:t>readLine</a:t>
            </a:r>
            <a:r>
              <a:rPr lang="en-IE" sz="3600" dirty="0">
                <a:solidFill>
                  <a:srgbClr val="555555"/>
                </a:solidFill>
                <a:latin typeface="UbuntuMono-Regular"/>
              </a:rPr>
              <a:t>()) {</a:t>
            </a:r>
          </a:p>
          <a:p>
            <a:pPr marL="0" indent="0">
              <a:buNone/>
            </a:pPr>
            <a:r>
              <a:rPr lang="en-IE" sz="3600" i="1" dirty="0">
                <a:solidFill>
                  <a:srgbClr val="35586C"/>
                </a:solidFill>
                <a:latin typeface="UbuntuMono-Italic"/>
              </a:rPr>
              <a:t>// separate out the IP address</a:t>
            </a:r>
          </a:p>
          <a:p>
            <a:pPr marL="0" indent="0">
              <a:buNone/>
            </a:pPr>
            <a:r>
              <a:rPr lang="en-IE" sz="3600" b="1" dirty="0" err="1">
                <a:solidFill>
                  <a:srgbClr val="007789"/>
                </a:solidFill>
                <a:latin typeface="UbuntuMono-Bold"/>
              </a:rPr>
              <a:t>int</a:t>
            </a:r>
            <a:r>
              <a:rPr lang="en-IE" sz="3600" b="1" dirty="0">
                <a:solidFill>
                  <a:srgbClr val="007789"/>
                </a:solidFill>
                <a:latin typeface="UbuntuMono-Bold"/>
              </a:rPr>
              <a:t> </a:t>
            </a:r>
            <a:r>
              <a:rPr lang="en-IE" sz="3600" dirty="0">
                <a:solidFill>
                  <a:srgbClr val="000089"/>
                </a:solidFill>
                <a:latin typeface="UbuntuMono-Regular"/>
              </a:rPr>
              <a:t>index </a:t>
            </a:r>
            <a:r>
              <a:rPr lang="en-IE" sz="3600" dirty="0">
                <a:solidFill>
                  <a:srgbClr val="555555"/>
                </a:solidFill>
                <a:latin typeface="UbuntuMono-Regular"/>
              </a:rPr>
              <a:t>= </a:t>
            </a:r>
            <a:r>
              <a:rPr lang="en-IE" sz="3600" dirty="0" err="1">
                <a:solidFill>
                  <a:srgbClr val="000089"/>
                </a:solidFill>
                <a:latin typeface="UbuntuMono-Regular"/>
              </a:rPr>
              <a:t>entry</a:t>
            </a:r>
            <a:r>
              <a:rPr lang="en-IE" sz="3600" dirty="0" err="1">
                <a:solidFill>
                  <a:srgbClr val="555555"/>
                </a:solidFill>
                <a:latin typeface="UbuntuMono-Regular"/>
              </a:rPr>
              <a:t>.</a:t>
            </a:r>
            <a:r>
              <a:rPr lang="en-IE" sz="3600" dirty="0" err="1">
                <a:solidFill>
                  <a:srgbClr val="33009A"/>
                </a:solidFill>
                <a:latin typeface="UbuntuMono-Regular"/>
              </a:rPr>
              <a:t>indexOf</a:t>
            </a:r>
            <a:r>
              <a:rPr lang="en-IE" sz="3600" dirty="0">
                <a:solidFill>
                  <a:srgbClr val="555555"/>
                </a:solidFill>
                <a:latin typeface="UbuntuMono-Regular"/>
              </a:rPr>
              <a:t>(</a:t>
            </a:r>
            <a:r>
              <a:rPr lang="en-IE" sz="3600" dirty="0">
                <a:solidFill>
                  <a:srgbClr val="CD3300"/>
                </a:solidFill>
                <a:latin typeface="UbuntuMono-Regular"/>
              </a:rPr>
              <a:t>' '</a:t>
            </a:r>
            <a:r>
              <a:rPr lang="en-IE" sz="3600" dirty="0">
                <a:solidFill>
                  <a:srgbClr val="555555"/>
                </a:solidFill>
                <a:latin typeface="UbuntuMono-Regular"/>
              </a:rPr>
              <a:t>);</a:t>
            </a:r>
          </a:p>
          <a:p>
            <a:pPr marL="0" indent="0">
              <a:buNone/>
            </a:pPr>
            <a:r>
              <a:rPr lang="en-IE" sz="3600" dirty="0">
                <a:solidFill>
                  <a:srgbClr val="000089"/>
                </a:solidFill>
                <a:latin typeface="UbuntuMono-Regular"/>
              </a:rPr>
              <a:t>String </a:t>
            </a:r>
            <a:r>
              <a:rPr lang="en-IE" sz="3600" dirty="0" err="1">
                <a:solidFill>
                  <a:srgbClr val="000089"/>
                </a:solidFill>
                <a:latin typeface="UbuntuMono-Regular"/>
              </a:rPr>
              <a:t>ip</a:t>
            </a:r>
            <a:r>
              <a:rPr lang="en-IE" sz="3600" dirty="0">
                <a:solidFill>
                  <a:srgbClr val="000089"/>
                </a:solidFill>
                <a:latin typeface="UbuntuMono-Regular"/>
              </a:rPr>
              <a:t> </a:t>
            </a:r>
            <a:r>
              <a:rPr lang="en-IE" sz="3600" dirty="0">
                <a:solidFill>
                  <a:srgbClr val="555555"/>
                </a:solidFill>
                <a:latin typeface="UbuntuMono-Regular"/>
              </a:rPr>
              <a:t>= </a:t>
            </a:r>
            <a:r>
              <a:rPr lang="en-IE" sz="3600" dirty="0" err="1">
                <a:solidFill>
                  <a:srgbClr val="000089"/>
                </a:solidFill>
                <a:latin typeface="UbuntuMono-Regular"/>
              </a:rPr>
              <a:t>entry</a:t>
            </a:r>
            <a:r>
              <a:rPr lang="en-IE" sz="3600" dirty="0" err="1">
                <a:solidFill>
                  <a:srgbClr val="555555"/>
                </a:solidFill>
                <a:latin typeface="UbuntuMono-Regular"/>
              </a:rPr>
              <a:t>.</a:t>
            </a:r>
            <a:r>
              <a:rPr lang="en-IE" sz="3600" dirty="0" err="1">
                <a:solidFill>
                  <a:srgbClr val="33009A"/>
                </a:solidFill>
                <a:latin typeface="UbuntuMono-Regular"/>
              </a:rPr>
              <a:t>substring</a:t>
            </a:r>
            <a:r>
              <a:rPr lang="en-IE" sz="3600" dirty="0">
                <a:solidFill>
                  <a:srgbClr val="555555"/>
                </a:solidFill>
                <a:latin typeface="UbuntuMono-Regular"/>
              </a:rPr>
              <a:t>(</a:t>
            </a:r>
            <a:r>
              <a:rPr lang="en-IE" sz="3600" dirty="0">
                <a:solidFill>
                  <a:srgbClr val="FF6600"/>
                </a:solidFill>
                <a:latin typeface="UbuntuMono-Regular"/>
              </a:rPr>
              <a:t>0</a:t>
            </a:r>
            <a:r>
              <a:rPr lang="en-IE" sz="3600" dirty="0">
                <a:solidFill>
                  <a:srgbClr val="555555"/>
                </a:solidFill>
                <a:latin typeface="UbuntuMono-Regular"/>
              </a:rPr>
              <a:t>, </a:t>
            </a:r>
            <a:r>
              <a:rPr lang="en-IE" sz="3600" dirty="0">
                <a:solidFill>
                  <a:srgbClr val="000089"/>
                </a:solidFill>
                <a:latin typeface="UbuntuMono-Regular"/>
              </a:rPr>
              <a:t>index</a:t>
            </a:r>
            <a:r>
              <a:rPr lang="en-IE" sz="3600" dirty="0">
                <a:solidFill>
                  <a:srgbClr val="555555"/>
                </a:solidFill>
                <a:latin typeface="UbuntuMono-Regular"/>
              </a:rPr>
              <a:t>);</a:t>
            </a:r>
          </a:p>
          <a:p>
            <a:pPr marL="0" indent="0">
              <a:buNone/>
            </a:pPr>
            <a:r>
              <a:rPr lang="en-IE" sz="3600" dirty="0">
                <a:solidFill>
                  <a:srgbClr val="000089"/>
                </a:solidFill>
                <a:latin typeface="UbuntuMono-Regular"/>
              </a:rPr>
              <a:t>String </a:t>
            </a:r>
            <a:r>
              <a:rPr lang="en-IE" sz="3600" dirty="0" err="1">
                <a:solidFill>
                  <a:srgbClr val="000089"/>
                </a:solidFill>
                <a:latin typeface="UbuntuMono-Regular"/>
              </a:rPr>
              <a:t>theRest</a:t>
            </a:r>
            <a:r>
              <a:rPr lang="en-IE" sz="3600" dirty="0">
                <a:solidFill>
                  <a:srgbClr val="000089"/>
                </a:solidFill>
                <a:latin typeface="UbuntuMono-Regular"/>
              </a:rPr>
              <a:t> </a:t>
            </a:r>
            <a:r>
              <a:rPr lang="en-IE" sz="3600" dirty="0">
                <a:solidFill>
                  <a:srgbClr val="555555"/>
                </a:solidFill>
                <a:latin typeface="UbuntuMono-Regular"/>
              </a:rPr>
              <a:t>= </a:t>
            </a:r>
            <a:r>
              <a:rPr lang="en-IE" sz="3600" dirty="0" err="1">
                <a:solidFill>
                  <a:srgbClr val="000089"/>
                </a:solidFill>
                <a:latin typeface="UbuntuMono-Regular"/>
              </a:rPr>
              <a:t>entry</a:t>
            </a:r>
            <a:r>
              <a:rPr lang="en-IE" sz="3600" dirty="0" err="1">
                <a:solidFill>
                  <a:srgbClr val="555555"/>
                </a:solidFill>
                <a:latin typeface="UbuntuMono-Regular"/>
              </a:rPr>
              <a:t>.</a:t>
            </a:r>
            <a:r>
              <a:rPr lang="en-IE" sz="3600" dirty="0" err="1">
                <a:solidFill>
                  <a:srgbClr val="33009A"/>
                </a:solidFill>
                <a:latin typeface="UbuntuMono-Regular"/>
              </a:rPr>
              <a:t>substring</a:t>
            </a:r>
            <a:r>
              <a:rPr lang="en-IE" sz="3600" dirty="0">
                <a:solidFill>
                  <a:srgbClr val="555555"/>
                </a:solidFill>
                <a:latin typeface="UbuntuMono-Regular"/>
              </a:rPr>
              <a:t>(</a:t>
            </a:r>
            <a:r>
              <a:rPr lang="en-IE" sz="3600" dirty="0">
                <a:solidFill>
                  <a:srgbClr val="000089"/>
                </a:solidFill>
                <a:latin typeface="UbuntuMono-Regular"/>
              </a:rPr>
              <a:t>index</a:t>
            </a:r>
            <a:r>
              <a:rPr lang="en-IE" sz="3600" dirty="0">
                <a:solidFill>
                  <a:srgbClr val="555555"/>
                </a:solidFill>
                <a:latin typeface="UbuntuMono-Regular"/>
              </a:rPr>
              <a:t>);</a:t>
            </a:r>
          </a:p>
          <a:p>
            <a:pPr marL="0" indent="0">
              <a:buNone/>
            </a:pPr>
            <a:r>
              <a:rPr lang="en-IE" sz="3600" i="1" dirty="0">
                <a:solidFill>
                  <a:srgbClr val="35586C"/>
                </a:solidFill>
                <a:latin typeface="UbuntuMono-Italic"/>
              </a:rPr>
              <a:t>// Ask DNS for the hostname and print it out</a:t>
            </a:r>
          </a:p>
          <a:p>
            <a:pPr marL="0" indent="0">
              <a:buNone/>
            </a:pPr>
            <a:r>
              <a:rPr lang="en-IE" sz="3600" b="1" dirty="0">
                <a:solidFill>
                  <a:srgbClr val="00669A"/>
                </a:solidFill>
                <a:latin typeface="UbuntuMono-Bold"/>
              </a:rPr>
              <a:t>try </a:t>
            </a:r>
            <a:r>
              <a:rPr lang="en-IE" sz="3600" dirty="0">
                <a:solidFill>
                  <a:srgbClr val="555555"/>
                </a:solidFill>
                <a:latin typeface="UbuntuMono-Regular"/>
              </a:rPr>
              <a:t>{</a:t>
            </a:r>
          </a:p>
          <a:p>
            <a:pPr marL="0" indent="0">
              <a:buNone/>
            </a:pPr>
            <a:r>
              <a:rPr lang="en-IE" sz="3600" dirty="0" err="1">
                <a:solidFill>
                  <a:srgbClr val="000089"/>
                </a:solidFill>
                <a:latin typeface="UbuntuMono-Regular"/>
              </a:rPr>
              <a:t>InetAddress</a:t>
            </a:r>
            <a:r>
              <a:rPr lang="en-IE" sz="3600" dirty="0">
                <a:solidFill>
                  <a:srgbClr val="000089"/>
                </a:solidFill>
                <a:latin typeface="UbuntuMono-Regular"/>
              </a:rPr>
              <a:t> address </a:t>
            </a:r>
            <a:r>
              <a:rPr lang="en-IE" sz="3600" dirty="0">
                <a:solidFill>
                  <a:srgbClr val="555555"/>
                </a:solidFill>
                <a:latin typeface="UbuntuMono-Regular"/>
              </a:rPr>
              <a:t>= </a:t>
            </a:r>
            <a:r>
              <a:rPr lang="en-IE" sz="3600" dirty="0" err="1">
                <a:solidFill>
                  <a:srgbClr val="000089"/>
                </a:solidFill>
                <a:latin typeface="UbuntuMono-Regular"/>
              </a:rPr>
              <a:t>InetAddress</a:t>
            </a:r>
            <a:r>
              <a:rPr lang="en-IE" sz="3600" dirty="0" err="1">
                <a:solidFill>
                  <a:srgbClr val="555555"/>
                </a:solidFill>
                <a:latin typeface="UbuntuMono-Regular"/>
              </a:rPr>
              <a:t>.</a:t>
            </a:r>
            <a:r>
              <a:rPr lang="en-IE" sz="3600" dirty="0" err="1">
                <a:solidFill>
                  <a:srgbClr val="33009A"/>
                </a:solidFill>
                <a:latin typeface="UbuntuMono-Regular"/>
              </a:rPr>
              <a:t>getByName</a:t>
            </a:r>
            <a:r>
              <a:rPr lang="en-IE" sz="3600" dirty="0">
                <a:solidFill>
                  <a:srgbClr val="555555"/>
                </a:solidFill>
                <a:latin typeface="UbuntuMono-Regular"/>
              </a:rPr>
              <a:t>(</a:t>
            </a:r>
            <a:r>
              <a:rPr lang="en-IE" sz="3600" dirty="0" err="1">
                <a:solidFill>
                  <a:srgbClr val="000089"/>
                </a:solidFill>
                <a:latin typeface="UbuntuMono-Regular"/>
              </a:rPr>
              <a:t>ip</a:t>
            </a:r>
            <a:r>
              <a:rPr lang="en-IE" sz="3600" dirty="0">
                <a:solidFill>
                  <a:srgbClr val="555555"/>
                </a:solidFill>
                <a:latin typeface="UbuntuMono-Regular"/>
              </a:rPr>
              <a:t>);</a:t>
            </a:r>
          </a:p>
          <a:p>
            <a:pPr marL="0" indent="0">
              <a:buNone/>
            </a:pPr>
            <a:r>
              <a:rPr lang="en-IE" sz="3600" dirty="0" err="1">
                <a:solidFill>
                  <a:srgbClr val="000089"/>
                </a:solidFill>
                <a:latin typeface="UbuntuMono-Regular"/>
              </a:rPr>
              <a:t>System</a:t>
            </a:r>
            <a:r>
              <a:rPr lang="en-IE" sz="3600" dirty="0" err="1">
                <a:solidFill>
                  <a:srgbClr val="555555"/>
                </a:solidFill>
                <a:latin typeface="UbuntuMono-Regular"/>
              </a:rPr>
              <a:t>.</a:t>
            </a:r>
            <a:r>
              <a:rPr lang="en-IE" sz="3600" dirty="0" err="1">
                <a:solidFill>
                  <a:srgbClr val="33009A"/>
                </a:solidFill>
                <a:latin typeface="UbuntuMono-Regular"/>
              </a:rPr>
              <a:t>out</a:t>
            </a:r>
            <a:r>
              <a:rPr lang="en-IE" sz="3600" dirty="0" err="1">
                <a:solidFill>
                  <a:srgbClr val="555555"/>
                </a:solidFill>
                <a:latin typeface="UbuntuMono-Regular"/>
              </a:rPr>
              <a:t>.</a:t>
            </a:r>
            <a:r>
              <a:rPr lang="en-IE" sz="3600" dirty="0" err="1">
                <a:solidFill>
                  <a:srgbClr val="33009A"/>
                </a:solidFill>
                <a:latin typeface="UbuntuMono-Regular"/>
              </a:rPr>
              <a:t>println</a:t>
            </a:r>
            <a:r>
              <a:rPr lang="en-IE" sz="3600" dirty="0">
                <a:solidFill>
                  <a:srgbClr val="555555"/>
                </a:solidFill>
                <a:latin typeface="UbuntuMono-Regular"/>
              </a:rPr>
              <a:t>(</a:t>
            </a:r>
            <a:r>
              <a:rPr lang="en-IE" sz="3600" dirty="0" err="1">
                <a:solidFill>
                  <a:srgbClr val="000089"/>
                </a:solidFill>
                <a:latin typeface="UbuntuMono-Regular"/>
              </a:rPr>
              <a:t>address</a:t>
            </a:r>
            <a:r>
              <a:rPr lang="en-IE" sz="3600" dirty="0" err="1">
                <a:solidFill>
                  <a:srgbClr val="555555"/>
                </a:solidFill>
                <a:latin typeface="UbuntuMono-Regular"/>
              </a:rPr>
              <a:t>.</a:t>
            </a:r>
            <a:r>
              <a:rPr lang="en-IE" sz="3600" dirty="0" err="1">
                <a:solidFill>
                  <a:srgbClr val="33009A"/>
                </a:solidFill>
                <a:latin typeface="UbuntuMono-Regular"/>
              </a:rPr>
              <a:t>getHostName</a:t>
            </a:r>
            <a:r>
              <a:rPr lang="en-IE" sz="3600" dirty="0">
                <a:solidFill>
                  <a:srgbClr val="555555"/>
                </a:solidFill>
                <a:latin typeface="UbuntuMono-Regular"/>
              </a:rPr>
              <a:t>() + </a:t>
            </a:r>
            <a:r>
              <a:rPr lang="en-IE" sz="3600" dirty="0" err="1">
                <a:solidFill>
                  <a:srgbClr val="000089"/>
                </a:solidFill>
                <a:latin typeface="UbuntuMono-Regular"/>
              </a:rPr>
              <a:t>theRest</a:t>
            </a:r>
            <a:r>
              <a:rPr lang="en-IE" sz="3600" dirty="0">
                <a:solidFill>
                  <a:srgbClr val="555555"/>
                </a:solidFill>
                <a:latin typeface="UbuntuMono-Regular"/>
              </a:rPr>
              <a:t>);</a:t>
            </a:r>
          </a:p>
          <a:p>
            <a:pPr marL="0" indent="0">
              <a:buNone/>
            </a:pPr>
            <a:r>
              <a:rPr lang="en-IE" sz="3600" dirty="0">
                <a:solidFill>
                  <a:srgbClr val="555555"/>
                </a:solidFill>
                <a:latin typeface="UbuntuMono-Regular"/>
              </a:rPr>
              <a:t>} </a:t>
            </a:r>
            <a:r>
              <a:rPr lang="en-IE" sz="3600" b="1" dirty="0">
                <a:solidFill>
                  <a:srgbClr val="00669A"/>
                </a:solidFill>
                <a:latin typeface="UbuntuMono-Bold"/>
              </a:rPr>
              <a:t>catch </a:t>
            </a:r>
            <a:r>
              <a:rPr lang="en-IE" sz="3600" dirty="0">
                <a:solidFill>
                  <a:srgbClr val="555555"/>
                </a:solidFill>
                <a:latin typeface="UbuntuMono-Regular"/>
              </a:rPr>
              <a:t>(</a:t>
            </a:r>
            <a:r>
              <a:rPr lang="en-IE" sz="3600" dirty="0" err="1">
                <a:solidFill>
                  <a:srgbClr val="000089"/>
                </a:solidFill>
                <a:latin typeface="UbuntuMono-Regular"/>
              </a:rPr>
              <a:t>UnknownHostException</a:t>
            </a:r>
            <a:r>
              <a:rPr lang="en-IE" sz="3600" dirty="0">
                <a:solidFill>
                  <a:srgbClr val="000089"/>
                </a:solidFill>
                <a:latin typeface="UbuntuMono-Regular"/>
              </a:rPr>
              <a:t> ex</a:t>
            </a:r>
            <a:r>
              <a:rPr lang="en-IE" sz="3600" dirty="0">
                <a:solidFill>
                  <a:srgbClr val="555555"/>
                </a:solidFill>
                <a:latin typeface="UbuntuMono-Regular"/>
              </a:rPr>
              <a:t>) {</a:t>
            </a:r>
          </a:p>
          <a:p>
            <a:pPr marL="0" indent="0">
              <a:buNone/>
            </a:pPr>
            <a:r>
              <a:rPr lang="en-IE" sz="3600" dirty="0" err="1">
                <a:solidFill>
                  <a:srgbClr val="000089"/>
                </a:solidFill>
                <a:latin typeface="UbuntuMono-Regular"/>
              </a:rPr>
              <a:t>System</a:t>
            </a:r>
            <a:r>
              <a:rPr lang="en-IE" sz="3600" dirty="0" err="1">
                <a:solidFill>
                  <a:srgbClr val="555555"/>
                </a:solidFill>
                <a:latin typeface="UbuntuMono-Regular"/>
              </a:rPr>
              <a:t>.</a:t>
            </a:r>
            <a:r>
              <a:rPr lang="en-IE" sz="3600" dirty="0" err="1">
                <a:solidFill>
                  <a:srgbClr val="33009A"/>
                </a:solidFill>
                <a:latin typeface="UbuntuMono-Regular"/>
              </a:rPr>
              <a:t>err</a:t>
            </a:r>
            <a:r>
              <a:rPr lang="en-IE" sz="3600" dirty="0" err="1">
                <a:solidFill>
                  <a:srgbClr val="555555"/>
                </a:solidFill>
                <a:latin typeface="UbuntuMono-Regular"/>
              </a:rPr>
              <a:t>.</a:t>
            </a:r>
            <a:r>
              <a:rPr lang="en-IE" sz="3600" dirty="0" err="1">
                <a:solidFill>
                  <a:srgbClr val="33009A"/>
                </a:solidFill>
                <a:latin typeface="UbuntuMono-Regular"/>
              </a:rPr>
              <a:t>println</a:t>
            </a:r>
            <a:r>
              <a:rPr lang="en-IE" sz="3600" dirty="0">
                <a:solidFill>
                  <a:srgbClr val="555555"/>
                </a:solidFill>
                <a:latin typeface="UbuntuMono-Regular"/>
              </a:rPr>
              <a:t>(</a:t>
            </a:r>
            <a:r>
              <a:rPr lang="en-IE" sz="3600" dirty="0">
                <a:solidFill>
                  <a:srgbClr val="000089"/>
                </a:solidFill>
                <a:latin typeface="UbuntuMono-Regular"/>
              </a:rPr>
              <a:t>entry</a:t>
            </a:r>
            <a:r>
              <a:rPr lang="en-IE" sz="3600" dirty="0">
                <a:solidFill>
                  <a:srgbClr val="555555"/>
                </a:solidFill>
                <a:latin typeface="UbuntuMono-Regular"/>
              </a:rPr>
              <a:t>);</a:t>
            </a:r>
          </a:p>
          <a:p>
            <a:pPr marL="0" indent="0">
              <a:buNone/>
            </a:pPr>
            <a:r>
              <a:rPr lang="en-IE" sz="3600" dirty="0">
                <a:solidFill>
                  <a:srgbClr val="555555"/>
                </a:solidFill>
                <a:latin typeface="UbuntuMono-Regular"/>
              </a:rPr>
              <a:t>}</a:t>
            </a:r>
          </a:p>
          <a:p>
            <a:pPr marL="0" indent="0">
              <a:buNone/>
            </a:pPr>
            <a:r>
              <a:rPr lang="en-IE" sz="3600" dirty="0">
                <a:solidFill>
                  <a:srgbClr val="555555"/>
                </a:solidFill>
                <a:latin typeface="UbuntuMono-Regular"/>
              </a:rPr>
              <a:t>}</a:t>
            </a:r>
          </a:p>
          <a:p>
            <a:pPr marL="0" indent="0">
              <a:buNone/>
            </a:pPr>
            <a:r>
              <a:rPr lang="en-IE" sz="3600" dirty="0">
                <a:solidFill>
                  <a:srgbClr val="555555"/>
                </a:solidFill>
                <a:latin typeface="UbuntuMono-Regular"/>
              </a:rPr>
              <a:t>} </a:t>
            </a:r>
            <a:r>
              <a:rPr lang="en-IE" sz="3600" b="1" dirty="0">
                <a:solidFill>
                  <a:srgbClr val="00669A"/>
                </a:solidFill>
                <a:latin typeface="UbuntuMono-Bold"/>
              </a:rPr>
              <a:t>catch </a:t>
            </a:r>
            <a:r>
              <a:rPr lang="en-IE" sz="3600" dirty="0">
                <a:solidFill>
                  <a:srgbClr val="555555"/>
                </a:solidFill>
                <a:latin typeface="UbuntuMono-Regular"/>
              </a:rPr>
              <a:t>(</a:t>
            </a:r>
            <a:r>
              <a:rPr lang="en-IE" sz="3600" dirty="0" err="1">
                <a:solidFill>
                  <a:srgbClr val="000089"/>
                </a:solidFill>
                <a:latin typeface="UbuntuMono-Regular"/>
              </a:rPr>
              <a:t>IOException</a:t>
            </a:r>
            <a:r>
              <a:rPr lang="en-IE" sz="3600" dirty="0">
                <a:solidFill>
                  <a:srgbClr val="000089"/>
                </a:solidFill>
                <a:latin typeface="UbuntuMono-Regular"/>
              </a:rPr>
              <a:t> ex</a:t>
            </a:r>
            <a:r>
              <a:rPr lang="en-IE" sz="3600" dirty="0">
                <a:solidFill>
                  <a:srgbClr val="555555"/>
                </a:solidFill>
                <a:latin typeface="UbuntuMono-Regular"/>
              </a:rPr>
              <a:t>) {</a:t>
            </a:r>
          </a:p>
          <a:p>
            <a:pPr marL="0" indent="0">
              <a:buNone/>
            </a:pPr>
            <a:r>
              <a:rPr lang="en-IE" sz="3600" dirty="0" err="1">
                <a:solidFill>
                  <a:srgbClr val="000089"/>
                </a:solidFill>
                <a:latin typeface="UbuntuMono-Regular"/>
              </a:rPr>
              <a:t>System</a:t>
            </a:r>
            <a:r>
              <a:rPr lang="en-IE" sz="3600" dirty="0" err="1">
                <a:solidFill>
                  <a:srgbClr val="555555"/>
                </a:solidFill>
                <a:latin typeface="UbuntuMono-Regular"/>
              </a:rPr>
              <a:t>.</a:t>
            </a:r>
            <a:r>
              <a:rPr lang="en-IE" sz="3600" dirty="0" err="1">
                <a:solidFill>
                  <a:srgbClr val="33009A"/>
                </a:solidFill>
                <a:latin typeface="UbuntuMono-Regular"/>
              </a:rPr>
              <a:t>out</a:t>
            </a:r>
            <a:r>
              <a:rPr lang="en-IE" sz="3600" dirty="0" err="1">
                <a:solidFill>
                  <a:srgbClr val="555555"/>
                </a:solidFill>
                <a:latin typeface="UbuntuMono-Regular"/>
              </a:rPr>
              <a:t>.</a:t>
            </a:r>
            <a:r>
              <a:rPr lang="en-IE" sz="3600" dirty="0" err="1">
                <a:solidFill>
                  <a:srgbClr val="33009A"/>
                </a:solidFill>
                <a:latin typeface="UbuntuMono-Regular"/>
              </a:rPr>
              <a:t>println</a:t>
            </a:r>
            <a:r>
              <a:rPr lang="en-IE" sz="3600" dirty="0">
                <a:solidFill>
                  <a:srgbClr val="555555"/>
                </a:solidFill>
                <a:latin typeface="UbuntuMono-Regular"/>
              </a:rPr>
              <a:t>(</a:t>
            </a:r>
            <a:r>
              <a:rPr lang="en-IE" sz="3600" dirty="0">
                <a:solidFill>
                  <a:srgbClr val="CD3300"/>
                </a:solidFill>
                <a:latin typeface="UbuntuMono-Regular"/>
              </a:rPr>
              <a:t>"Exception: " </a:t>
            </a:r>
            <a:r>
              <a:rPr lang="en-IE" sz="3600" dirty="0">
                <a:solidFill>
                  <a:srgbClr val="555555"/>
                </a:solidFill>
                <a:latin typeface="UbuntuMono-Regular"/>
              </a:rPr>
              <a:t>+ </a:t>
            </a:r>
            <a:r>
              <a:rPr lang="en-IE" sz="3600" dirty="0">
                <a:solidFill>
                  <a:srgbClr val="000089"/>
                </a:solidFill>
                <a:latin typeface="UbuntuMono-Regular"/>
              </a:rPr>
              <a:t>ex</a:t>
            </a:r>
            <a:r>
              <a:rPr lang="en-IE" sz="3600" dirty="0">
                <a:solidFill>
                  <a:srgbClr val="555555"/>
                </a:solidFill>
                <a:latin typeface="UbuntuMono-Regular"/>
              </a:rPr>
              <a:t>);</a:t>
            </a:r>
          </a:p>
          <a:p>
            <a:pPr marL="0" indent="0">
              <a:buNone/>
            </a:pPr>
            <a:r>
              <a:rPr lang="en-IE" sz="3600" dirty="0">
                <a:solidFill>
                  <a:srgbClr val="555555"/>
                </a:solidFill>
                <a:latin typeface="UbuntuMono-Regular"/>
              </a:rPr>
              <a:t>}</a:t>
            </a:r>
          </a:p>
          <a:p>
            <a:pPr marL="0" indent="0">
              <a:buNone/>
            </a:pPr>
            <a:r>
              <a:rPr lang="en-IE" sz="3600" dirty="0">
                <a:solidFill>
                  <a:srgbClr val="555555"/>
                </a:solidFill>
                <a:latin typeface="UbuntuMono-Regular"/>
              </a:rPr>
              <a:t>}</a:t>
            </a:r>
          </a:p>
          <a:p>
            <a:pPr marL="0" indent="0">
              <a:buNone/>
            </a:pPr>
            <a:r>
              <a:rPr lang="en-IE" sz="3600" dirty="0">
                <a:solidFill>
                  <a:srgbClr val="555555"/>
                </a:solidFill>
                <a:latin typeface="UbuntuMono-Regular"/>
              </a:rPr>
              <a:t>}</a:t>
            </a:r>
            <a:endParaRPr lang="en-IE" sz="3600" b="1" dirty="0"/>
          </a:p>
        </p:txBody>
      </p:sp>
    </p:spTree>
    <p:extLst>
      <p:ext uri="{BB962C8B-B14F-4D97-AF65-F5344CB8AC3E}">
        <p14:creationId xmlns:p14="http://schemas.microsoft.com/office/powerpoint/2010/main" val="17480811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0"/>
            <a:ext cx="9144000" cy="868362"/>
          </a:xfrm>
        </p:spPr>
        <p:txBody>
          <a:bodyPr>
            <a:noAutofit/>
          </a:bodyPr>
          <a:lstStyle/>
          <a:p>
            <a:r>
              <a:rPr lang="en-IE" sz="3200" dirty="0"/>
              <a:t>Processing Web Server </a:t>
            </a:r>
            <a:r>
              <a:rPr lang="en-IE" sz="3200" dirty="0" err="1"/>
              <a:t>Logfiles</a:t>
            </a:r>
            <a:r>
              <a:rPr lang="en-IE" sz="3200" dirty="0"/>
              <a:t> (Using Multithreading)</a:t>
            </a:r>
            <a:endParaRPr lang="en-US" altLang="en-US" sz="3200" dirty="0"/>
          </a:p>
        </p:txBody>
      </p:sp>
      <p:sp>
        <p:nvSpPr>
          <p:cNvPr id="16387" name="Rectangle 3"/>
          <p:cNvSpPr>
            <a:spLocks noGrp="1" noChangeArrowheads="1"/>
          </p:cNvSpPr>
          <p:nvPr>
            <p:ph type="body" idx="1"/>
          </p:nvPr>
        </p:nvSpPr>
        <p:spPr>
          <a:xfrm>
            <a:off x="76200" y="685800"/>
            <a:ext cx="9067800" cy="6172200"/>
          </a:xfrm>
        </p:spPr>
        <p:txBody>
          <a:bodyPr>
            <a:normAutofit fontScale="47500" lnSpcReduction="20000"/>
          </a:bodyPr>
          <a:lstStyle/>
          <a:p>
            <a:pPr marL="0" indent="0">
              <a:buNone/>
            </a:pPr>
            <a:r>
              <a:rPr lang="en-IE" sz="3600" b="1" dirty="0">
                <a:solidFill>
                  <a:srgbClr val="00669A"/>
                </a:solidFill>
                <a:latin typeface="UbuntuMono-Bold"/>
              </a:rPr>
              <a:t>import </a:t>
            </a:r>
            <a:r>
              <a:rPr lang="en-IE" sz="3600" b="1" dirty="0">
                <a:solidFill>
                  <a:srgbClr val="00CDFF"/>
                </a:solidFill>
                <a:latin typeface="UbuntuMono-Bold"/>
              </a:rPr>
              <a:t>java.net.*</a:t>
            </a:r>
            <a:r>
              <a:rPr lang="en-IE" sz="3600" dirty="0">
                <a:solidFill>
                  <a:srgbClr val="555555"/>
                </a:solidFill>
                <a:latin typeface="UbuntuMono-Regular"/>
              </a:rPr>
              <a:t>;</a:t>
            </a:r>
          </a:p>
          <a:p>
            <a:pPr marL="0" indent="0">
              <a:buNone/>
            </a:pPr>
            <a:r>
              <a:rPr lang="en-IE" sz="3600" b="1" dirty="0">
                <a:solidFill>
                  <a:srgbClr val="00669A"/>
                </a:solidFill>
                <a:latin typeface="UbuntuMono-Bold"/>
              </a:rPr>
              <a:t>import </a:t>
            </a:r>
            <a:r>
              <a:rPr lang="en-IE" sz="3600" b="1" dirty="0" err="1">
                <a:solidFill>
                  <a:srgbClr val="00CDFF"/>
                </a:solidFill>
                <a:latin typeface="UbuntuMono-Bold"/>
              </a:rPr>
              <a:t>java.util.concurrent.Callable</a:t>
            </a:r>
            <a:r>
              <a:rPr lang="en-IE" sz="3600" dirty="0">
                <a:solidFill>
                  <a:srgbClr val="555555"/>
                </a:solidFill>
                <a:latin typeface="UbuntuMono-Regular"/>
              </a:rPr>
              <a:t>;</a:t>
            </a:r>
          </a:p>
          <a:p>
            <a:pPr marL="0" indent="0">
              <a:buNone/>
            </a:pPr>
            <a:r>
              <a:rPr lang="en-IE" sz="3600" b="1" dirty="0">
                <a:solidFill>
                  <a:srgbClr val="00669A"/>
                </a:solidFill>
                <a:latin typeface="UbuntuMono-Bold"/>
              </a:rPr>
              <a:t>public class </a:t>
            </a:r>
            <a:r>
              <a:rPr lang="en-IE" sz="3600" b="1" dirty="0" err="1">
                <a:solidFill>
                  <a:srgbClr val="00AB89"/>
                </a:solidFill>
                <a:latin typeface="UbuntuMono-Bold"/>
              </a:rPr>
              <a:t>LookupTask</a:t>
            </a:r>
            <a:r>
              <a:rPr lang="en-IE" sz="3600" b="1" dirty="0">
                <a:solidFill>
                  <a:srgbClr val="00AB89"/>
                </a:solidFill>
                <a:latin typeface="UbuntuMono-Bold"/>
              </a:rPr>
              <a:t> </a:t>
            </a:r>
            <a:r>
              <a:rPr lang="en-IE" sz="3600" b="1" dirty="0">
                <a:solidFill>
                  <a:srgbClr val="00669A"/>
                </a:solidFill>
                <a:latin typeface="UbuntuMono-Bold"/>
              </a:rPr>
              <a:t>implements </a:t>
            </a:r>
            <a:r>
              <a:rPr lang="en-IE" sz="3600" dirty="0">
                <a:solidFill>
                  <a:srgbClr val="000089"/>
                </a:solidFill>
                <a:latin typeface="UbuntuMono-Regular"/>
              </a:rPr>
              <a:t>Callable</a:t>
            </a:r>
            <a:r>
              <a:rPr lang="en-IE" sz="3600" dirty="0">
                <a:solidFill>
                  <a:srgbClr val="555555"/>
                </a:solidFill>
                <a:latin typeface="UbuntuMono-Regular"/>
              </a:rPr>
              <a:t>&lt;</a:t>
            </a:r>
            <a:r>
              <a:rPr lang="en-IE" sz="3600" dirty="0">
                <a:solidFill>
                  <a:srgbClr val="000089"/>
                </a:solidFill>
                <a:latin typeface="UbuntuMono-Regular"/>
              </a:rPr>
              <a:t>String</a:t>
            </a:r>
            <a:r>
              <a:rPr lang="en-IE" sz="3600" dirty="0">
                <a:solidFill>
                  <a:srgbClr val="555555"/>
                </a:solidFill>
                <a:latin typeface="UbuntuMono-Regular"/>
              </a:rPr>
              <a:t>&gt; {</a:t>
            </a:r>
          </a:p>
          <a:p>
            <a:pPr marL="0" indent="0">
              <a:buNone/>
            </a:pPr>
            <a:r>
              <a:rPr lang="en-IE" sz="3600" b="1" dirty="0">
                <a:solidFill>
                  <a:srgbClr val="00669A"/>
                </a:solidFill>
                <a:latin typeface="UbuntuMono-Bold"/>
              </a:rPr>
              <a:t>private </a:t>
            </a:r>
            <a:r>
              <a:rPr lang="en-IE" sz="3600" dirty="0">
                <a:solidFill>
                  <a:srgbClr val="000089"/>
                </a:solidFill>
                <a:latin typeface="UbuntuMono-Regular"/>
              </a:rPr>
              <a:t>String line</a:t>
            </a:r>
            <a:r>
              <a:rPr lang="en-IE" sz="3600" dirty="0">
                <a:solidFill>
                  <a:srgbClr val="555555"/>
                </a:solidFill>
                <a:latin typeface="UbuntuMono-Regular"/>
              </a:rPr>
              <a:t>;</a:t>
            </a:r>
          </a:p>
          <a:p>
            <a:pPr marL="0" indent="0">
              <a:buNone/>
            </a:pPr>
            <a:r>
              <a:rPr lang="en-IE" sz="3600" b="1" dirty="0">
                <a:solidFill>
                  <a:srgbClr val="00669A"/>
                </a:solidFill>
                <a:latin typeface="UbuntuMono-Bold"/>
              </a:rPr>
              <a:t>public </a:t>
            </a:r>
            <a:r>
              <a:rPr lang="en-IE" sz="3600" dirty="0" err="1">
                <a:solidFill>
                  <a:srgbClr val="CD00FF"/>
                </a:solidFill>
                <a:latin typeface="UbuntuMono-Regular"/>
              </a:rPr>
              <a:t>LookupTask</a:t>
            </a:r>
            <a:r>
              <a:rPr lang="en-IE" sz="3600" dirty="0">
                <a:solidFill>
                  <a:srgbClr val="555555"/>
                </a:solidFill>
                <a:latin typeface="UbuntuMono-Regular"/>
              </a:rPr>
              <a:t>(</a:t>
            </a:r>
            <a:r>
              <a:rPr lang="en-IE" sz="3600" dirty="0">
                <a:solidFill>
                  <a:srgbClr val="000089"/>
                </a:solidFill>
                <a:latin typeface="UbuntuMono-Regular"/>
              </a:rPr>
              <a:t>String line</a:t>
            </a:r>
            <a:r>
              <a:rPr lang="en-IE" sz="3600" dirty="0">
                <a:solidFill>
                  <a:srgbClr val="555555"/>
                </a:solidFill>
                <a:latin typeface="UbuntuMono-Regular"/>
              </a:rPr>
              <a:t>) {</a:t>
            </a:r>
          </a:p>
          <a:p>
            <a:pPr marL="0" indent="0">
              <a:buNone/>
            </a:pPr>
            <a:r>
              <a:rPr lang="en-IE" sz="3600" b="1" dirty="0" err="1">
                <a:solidFill>
                  <a:srgbClr val="00669A"/>
                </a:solidFill>
                <a:latin typeface="UbuntuMono-Bold"/>
              </a:rPr>
              <a:t>this</a:t>
            </a:r>
            <a:r>
              <a:rPr lang="en-IE" sz="3600" dirty="0" err="1">
                <a:solidFill>
                  <a:srgbClr val="555555"/>
                </a:solidFill>
                <a:latin typeface="UbuntuMono-Regular"/>
              </a:rPr>
              <a:t>.</a:t>
            </a:r>
            <a:r>
              <a:rPr lang="en-IE" sz="3600" dirty="0" err="1">
                <a:solidFill>
                  <a:srgbClr val="33009A"/>
                </a:solidFill>
                <a:latin typeface="UbuntuMono-Regular"/>
              </a:rPr>
              <a:t>line</a:t>
            </a:r>
            <a:r>
              <a:rPr lang="en-IE" sz="3600" dirty="0">
                <a:solidFill>
                  <a:srgbClr val="33009A"/>
                </a:solidFill>
                <a:latin typeface="UbuntuMono-Regular"/>
              </a:rPr>
              <a:t> </a:t>
            </a:r>
            <a:r>
              <a:rPr lang="en-IE" sz="3600" dirty="0">
                <a:solidFill>
                  <a:srgbClr val="555555"/>
                </a:solidFill>
                <a:latin typeface="UbuntuMono-Regular"/>
              </a:rPr>
              <a:t>= </a:t>
            </a:r>
            <a:r>
              <a:rPr lang="en-IE" sz="3600" dirty="0">
                <a:solidFill>
                  <a:srgbClr val="000089"/>
                </a:solidFill>
                <a:latin typeface="UbuntuMono-Regular"/>
              </a:rPr>
              <a:t>line</a:t>
            </a:r>
            <a:r>
              <a:rPr lang="en-IE" sz="3600" dirty="0">
                <a:solidFill>
                  <a:srgbClr val="555555"/>
                </a:solidFill>
                <a:latin typeface="UbuntuMono-Regular"/>
              </a:rPr>
              <a:t>;</a:t>
            </a:r>
          </a:p>
          <a:p>
            <a:pPr marL="0" indent="0">
              <a:buNone/>
            </a:pPr>
            <a:r>
              <a:rPr lang="en-IE" sz="3600" dirty="0">
                <a:solidFill>
                  <a:srgbClr val="555555"/>
                </a:solidFill>
                <a:latin typeface="UbuntuMono-Regular"/>
              </a:rPr>
              <a:t>}</a:t>
            </a:r>
          </a:p>
          <a:p>
            <a:pPr marL="0" indent="0">
              <a:buNone/>
            </a:pPr>
            <a:r>
              <a:rPr lang="en-IE" sz="3600" dirty="0">
                <a:solidFill>
                  <a:srgbClr val="9A9AFF"/>
                </a:solidFill>
                <a:latin typeface="UbuntuMono-Regular"/>
              </a:rPr>
              <a:t>@Override</a:t>
            </a:r>
          </a:p>
          <a:p>
            <a:pPr marL="0" indent="0">
              <a:buNone/>
            </a:pPr>
            <a:r>
              <a:rPr lang="en-IE" sz="3600" b="1" dirty="0">
                <a:solidFill>
                  <a:srgbClr val="00669A"/>
                </a:solidFill>
                <a:latin typeface="UbuntuMono-Bold"/>
              </a:rPr>
              <a:t>public </a:t>
            </a:r>
            <a:r>
              <a:rPr lang="en-IE" sz="3600" dirty="0">
                <a:solidFill>
                  <a:srgbClr val="000089"/>
                </a:solidFill>
                <a:latin typeface="UbuntuMono-Regular"/>
              </a:rPr>
              <a:t>String </a:t>
            </a:r>
            <a:r>
              <a:rPr lang="en-IE" sz="3600" dirty="0">
                <a:solidFill>
                  <a:srgbClr val="CD00FF"/>
                </a:solidFill>
                <a:latin typeface="UbuntuMono-Regular"/>
              </a:rPr>
              <a:t>call</a:t>
            </a:r>
            <a:r>
              <a:rPr lang="en-IE" sz="3600" dirty="0">
                <a:solidFill>
                  <a:srgbClr val="555555"/>
                </a:solidFill>
                <a:latin typeface="UbuntuMono-Regular"/>
              </a:rPr>
              <a:t>() {</a:t>
            </a:r>
          </a:p>
          <a:p>
            <a:pPr marL="0" indent="0">
              <a:buNone/>
            </a:pPr>
            <a:r>
              <a:rPr lang="en-IE" sz="3600" b="1" dirty="0">
                <a:solidFill>
                  <a:srgbClr val="00669A"/>
                </a:solidFill>
                <a:latin typeface="UbuntuMono-Bold"/>
              </a:rPr>
              <a:t>try </a:t>
            </a:r>
            <a:r>
              <a:rPr lang="en-IE" sz="3600" dirty="0">
                <a:solidFill>
                  <a:srgbClr val="555555"/>
                </a:solidFill>
                <a:latin typeface="UbuntuMono-Regular"/>
              </a:rPr>
              <a:t>{</a:t>
            </a:r>
          </a:p>
          <a:p>
            <a:pPr marL="0" indent="0">
              <a:buNone/>
            </a:pPr>
            <a:r>
              <a:rPr lang="en-IE" sz="3600" i="1" dirty="0">
                <a:solidFill>
                  <a:srgbClr val="35586C"/>
                </a:solidFill>
                <a:latin typeface="UbuntuMono-Italic"/>
              </a:rPr>
              <a:t>// separate out the IP address</a:t>
            </a:r>
          </a:p>
          <a:p>
            <a:pPr marL="0" indent="0">
              <a:buNone/>
            </a:pPr>
            <a:r>
              <a:rPr lang="en-IE" sz="3600" b="1" dirty="0" err="1">
                <a:solidFill>
                  <a:srgbClr val="007789"/>
                </a:solidFill>
                <a:latin typeface="UbuntuMono-Bold"/>
              </a:rPr>
              <a:t>int</a:t>
            </a:r>
            <a:r>
              <a:rPr lang="en-IE" sz="3600" b="1" dirty="0">
                <a:solidFill>
                  <a:srgbClr val="007789"/>
                </a:solidFill>
                <a:latin typeface="UbuntuMono-Bold"/>
              </a:rPr>
              <a:t> </a:t>
            </a:r>
            <a:r>
              <a:rPr lang="en-IE" sz="3600" dirty="0">
                <a:solidFill>
                  <a:srgbClr val="000089"/>
                </a:solidFill>
                <a:latin typeface="UbuntuMono-Regular"/>
              </a:rPr>
              <a:t>index </a:t>
            </a:r>
            <a:r>
              <a:rPr lang="en-IE" sz="3600" dirty="0">
                <a:solidFill>
                  <a:srgbClr val="555555"/>
                </a:solidFill>
                <a:latin typeface="UbuntuMono-Regular"/>
              </a:rPr>
              <a:t>= </a:t>
            </a:r>
            <a:r>
              <a:rPr lang="en-IE" sz="3600" dirty="0" err="1">
                <a:solidFill>
                  <a:srgbClr val="000089"/>
                </a:solidFill>
                <a:latin typeface="UbuntuMono-Regular"/>
              </a:rPr>
              <a:t>line</a:t>
            </a:r>
            <a:r>
              <a:rPr lang="en-IE" sz="3600" dirty="0" err="1">
                <a:solidFill>
                  <a:srgbClr val="555555"/>
                </a:solidFill>
                <a:latin typeface="UbuntuMono-Regular"/>
              </a:rPr>
              <a:t>.</a:t>
            </a:r>
            <a:r>
              <a:rPr lang="en-IE" sz="3600" dirty="0" err="1">
                <a:solidFill>
                  <a:srgbClr val="33009A"/>
                </a:solidFill>
                <a:latin typeface="UbuntuMono-Regular"/>
              </a:rPr>
              <a:t>indexOf</a:t>
            </a:r>
            <a:r>
              <a:rPr lang="en-IE" sz="3600" dirty="0">
                <a:solidFill>
                  <a:srgbClr val="555555"/>
                </a:solidFill>
                <a:latin typeface="UbuntuMono-Regular"/>
              </a:rPr>
              <a:t>(</a:t>
            </a:r>
            <a:r>
              <a:rPr lang="en-IE" sz="3600" dirty="0">
                <a:solidFill>
                  <a:srgbClr val="CD3300"/>
                </a:solidFill>
                <a:latin typeface="UbuntuMono-Regular"/>
              </a:rPr>
              <a:t>' '</a:t>
            </a:r>
            <a:r>
              <a:rPr lang="en-IE" sz="3600" dirty="0">
                <a:solidFill>
                  <a:srgbClr val="555555"/>
                </a:solidFill>
                <a:latin typeface="UbuntuMono-Regular"/>
              </a:rPr>
              <a:t>);</a:t>
            </a:r>
          </a:p>
          <a:p>
            <a:pPr marL="0" indent="0">
              <a:buNone/>
            </a:pPr>
            <a:r>
              <a:rPr lang="en-IE" sz="3600" dirty="0">
                <a:solidFill>
                  <a:srgbClr val="000089"/>
                </a:solidFill>
                <a:latin typeface="UbuntuMono-Regular"/>
              </a:rPr>
              <a:t>String address </a:t>
            </a:r>
            <a:r>
              <a:rPr lang="en-IE" sz="3600" dirty="0">
                <a:solidFill>
                  <a:srgbClr val="555555"/>
                </a:solidFill>
                <a:latin typeface="UbuntuMono-Regular"/>
              </a:rPr>
              <a:t>= </a:t>
            </a:r>
            <a:r>
              <a:rPr lang="en-IE" sz="3600" dirty="0" err="1">
                <a:solidFill>
                  <a:srgbClr val="000089"/>
                </a:solidFill>
                <a:latin typeface="UbuntuMono-Regular"/>
              </a:rPr>
              <a:t>line</a:t>
            </a:r>
            <a:r>
              <a:rPr lang="en-IE" sz="3600" dirty="0" err="1">
                <a:solidFill>
                  <a:srgbClr val="555555"/>
                </a:solidFill>
                <a:latin typeface="UbuntuMono-Regular"/>
              </a:rPr>
              <a:t>.</a:t>
            </a:r>
            <a:r>
              <a:rPr lang="en-IE" sz="3600" dirty="0" err="1">
                <a:solidFill>
                  <a:srgbClr val="33009A"/>
                </a:solidFill>
                <a:latin typeface="UbuntuMono-Regular"/>
              </a:rPr>
              <a:t>substring</a:t>
            </a:r>
            <a:r>
              <a:rPr lang="en-IE" sz="3600" dirty="0">
                <a:solidFill>
                  <a:srgbClr val="555555"/>
                </a:solidFill>
                <a:latin typeface="UbuntuMono-Regular"/>
              </a:rPr>
              <a:t>(</a:t>
            </a:r>
            <a:r>
              <a:rPr lang="en-IE" sz="3600" dirty="0">
                <a:solidFill>
                  <a:srgbClr val="FF6600"/>
                </a:solidFill>
                <a:latin typeface="UbuntuMono-Regular"/>
              </a:rPr>
              <a:t>0</a:t>
            </a:r>
            <a:r>
              <a:rPr lang="en-IE" sz="3600" dirty="0">
                <a:solidFill>
                  <a:srgbClr val="555555"/>
                </a:solidFill>
                <a:latin typeface="UbuntuMono-Regular"/>
              </a:rPr>
              <a:t>, </a:t>
            </a:r>
            <a:r>
              <a:rPr lang="en-IE" sz="3600" dirty="0">
                <a:solidFill>
                  <a:srgbClr val="000089"/>
                </a:solidFill>
                <a:latin typeface="UbuntuMono-Regular"/>
              </a:rPr>
              <a:t>index</a:t>
            </a:r>
            <a:r>
              <a:rPr lang="en-IE" sz="3600" dirty="0">
                <a:solidFill>
                  <a:srgbClr val="555555"/>
                </a:solidFill>
                <a:latin typeface="UbuntuMono-Regular"/>
              </a:rPr>
              <a:t>);</a:t>
            </a:r>
          </a:p>
          <a:p>
            <a:pPr marL="0" indent="0">
              <a:buNone/>
            </a:pPr>
            <a:r>
              <a:rPr lang="en-IE" sz="3600" dirty="0">
                <a:solidFill>
                  <a:srgbClr val="000089"/>
                </a:solidFill>
                <a:latin typeface="UbuntuMono-Regular"/>
              </a:rPr>
              <a:t>String </a:t>
            </a:r>
            <a:r>
              <a:rPr lang="en-IE" sz="3600" dirty="0" err="1">
                <a:solidFill>
                  <a:srgbClr val="000089"/>
                </a:solidFill>
                <a:latin typeface="UbuntuMono-Regular"/>
              </a:rPr>
              <a:t>theRest</a:t>
            </a:r>
            <a:r>
              <a:rPr lang="en-IE" sz="3600" dirty="0">
                <a:solidFill>
                  <a:srgbClr val="000089"/>
                </a:solidFill>
                <a:latin typeface="UbuntuMono-Regular"/>
              </a:rPr>
              <a:t> </a:t>
            </a:r>
            <a:r>
              <a:rPr lang="en-IE" sz="3600" dirty="0">
                <a:solidFill>
                  <a:srgbClr val="555555"/>
                </a:solidFill>
                <a:latin typeface="UbuntuMono-Regular"/>
              </a:rPr>
              <a:t>= </a:t>
            </a:r>
            <a:r>
              <a:rPr lang="en-IE" sz="3600" dirty="0" err="1">
                <a:solidFill>
                  <a:srgbClr val="000089"/>
                </a:solidFill>
                <a:latin typeface="UbuntuMono-Regular"/>
              </a:rPr>
              <a:t>line</a:t>
            </a:r>
            <a:r>
              <a:rPr lang="en-IE" sz="3600" dirty="0" err="1">
                <a:solidFill>
                  <a:srgbClr val="555555"/>
                </a:solidFill>
                <a:latin typeface="UbuntuMono-Regular"/>
              </a:rPr>
              <a:t>.</a:t>
            </a:r>
            <a:r>
              <a:rPr lang="en-IE" sz="3600" dirty="0" err="1">
                <a:solidFill>
                  <a:srgbClr val="33009A"/>
                </a:solidFill>
                <a:latin typeface="UbuntuMono-Regular"/>
              </a:rPr>
              <a:t>substring</a:t>
            </a:r>
            <a:r>
              <a:rPr lang="en-IE" sz="3600" dirty="0">
                <a:solidFill>
                  <a:srgbClr val="555555"/>
                </a:solidFill>
                <a:latin typeface="UbuntuMono-Regular"/>
              </a:rPr>
              <a:t>(</a:t>
            </a:r>
            <a:r>
              <a:rPr lang="en-IE" sz="3600" dirty="0">
                <a:solidFill>
                  <a:srgbClr val="000089"/>
                </a:solidFill>
                <a:latin typeface="UbuntuMono-Regular"/>
              </a:rPr>
              <a:t>index</a:t>
            </a:r>
            <a:r>
              <a:rPr lang="en-IE" sz="3600" dirty="0">
                <a:solidFill>
                  <a:srgbClr val="555555"/>
                </a:solidFill>
                <a:latin typeface="UbuntuMono-Regular"/>
              </a:rPr>
              <a:t>);</a:t>
            </a:r>
          </a:p>
          <a:p>
            <a:pPr marL="0" indent="0">
              <a:buNone/>
            </a:pPr>
            <a:r>
              <a:rPr lang="en-IE" sz="3600" dirty="0">
                <a:solidFill>
                  <a:srgbClr val="000089"/>
                </a:solidFill>
                <a:latin typeface="UbuntuMono-Regular"/>
              </a:rPr>
              <a:t>String hostname </a:t>
            </a:r>
            <a:r>
              <a:rPr lang="en-IE" sz="3600" dirty="0">
                <a:solidFill>
                  <a:srgbClr val="555555"/>
                </a:solidFill>
                <a:latin typeface="UbuntuMono-Regular"/>
              </a:rPr>
              <a:t>= </a:t>
            </a:r>
            <a:r>
              <a:rPr lang="en-IE" sz="3600" dirty="0" err="1">
                <a:solidFill>
                  <a:srgbClr val="000089"/>
                </a:solidFill>
                <a:latin typeface="UbuntuMono-Regular"/>
              </a:rPr>
              <a:t>InetAddress</a:t>
            </a:r>
            <a:r>
              <a:rPr lang="en-IE" sz="3600" dirty="0" err="1">
                <a:solidFill>
                  <a:srgbClr val="555555"/>
                </a:solidFill>
                <a:latin typeface="UbuntuMono-Regular"/>
              </a:rPr>
              <a:t>.</a:t>
            </a:r>
            <a:r>
              <a:rPr lang="en-IE" sz="3600" dirty="0" err="1">
                <a:solidFill>
                  <a:srgbClr val="33009A"/>
                </a:solidFill>
                <a:latin typeface="UbuntuMono-Regular"/>
              </a:rPr>
              <a:t>getByName</a:t>
            </a:r>
            <a:r>
              <a:rPr lang="en-IE" sz="3600" dirty="0">
                <a:solidFill>
                  <a:srgbClr val="555555"/>
                </a:solidFill>
                <a:latin typeface="UbuntuMono-Regular"/>
              </a:rPr>
              <a:t>(</a:t>
            </a:r>
            <a:r>
              <a:rPr lang="en-IE" sz="3600" dirty="0">
                <a:solidFill>
                  <a:srgbClr val="000089"/>
                </a:solidFill>
                <a:latin typeface="UbuntuMono-Regular"/>
              </a:rPr>
              <a:t>address</a:t>
            </a:r>
            <a:r>
              <a:rPr lang="en-IE" sz="3600" dirty="0">
                <a:solidFill>
                  <a:srgbClr val="555555"/>
                </a:solidFill>
                <a:latin typeface="UbuntuMono-Regular"/>
              </a:rPr>
              <a:t>).</a:t>
            </a:r>
            <a:r>
              <a:rPr lang="en-IE" sz="3600" dirty="0" err="1">
                <a:solidFill>
                  <a:srgbClr val="33009A"/>
                </a:solidFill>
                <a:latin typeface="UbuntuMono-Regular"/>
              </a:rPr>
              <a:t>getHostName</a:t>
            </a:r>
            <a:r>
              <a:rPr lang="en-IE" sz="3600" dirty="0">
                <a:solidFill>
                  <a:srgbClr val="555555"/>
                </a:solidFill>
                <a:latin typeface="UbuntuMono-Regular"/>
              </a:rPr>
              <a:t>();</a:t>
            </a:r>
          </a:p>
          <a:p>
            <a:pPr marL="0" indent="0">
              <a:buNone/>
            </a:pPr>
            <a:r>
              <a:rPr lang="en-IE" sz="3600" b="1" dirty="0">
                <a:solidFill>
                  <a:srgbClr val="00669A"/>
                </a:solidFill>
                <a:latin typeface="UbuntuMono-Bold"/>
              </a:rPr>
              <a:t>return </a:t>
            </a:r>
            <a:r>
              <a:rPr lang="en-IE" sz="3600" dirty="0">
                <a:solidFill>
                  <a:srgbClr val="000089"/>
                </a:solidFill>
                <a:latin typeface="UbuntuMono-Regular"/>
              </a:rPr>
              <a:t>hostname </a:t>
            </a:r>
            <a:r>
              <a:rPr lang="en-IE" sz="3600" dirty="0">
                <a:solidFill>
                  <a:srgbClr val="555555"/>
                </a:solidFill>
                <a:latin typeface="UbuntuMono-Regular"/>
              </a:rPr>
              <a:t>+ </a:t>
            </a:r>
            <a:r>
              <a:rPr lang="en-IE" sz="3600" dirty="0">
                <a:solidFill>
                  <a:srgbClr val="CD3300"/>
                </a:solidFill>
                <a:latin typeface="UbuntuMono-Regular"/>
              </a:rPr>
              <a:t>" " </a:t>
            </a:r>
            <a:r>
              <a:rPr lang="en-IE" sz="3600" dirty="0">
                <a:solidFill>
                  <a:srgbClr val="555555"/>
                </a:solidFill>
                <a:latin typeface="UbuntuMono-Regular"/>
              </a:rPr>
              <a:t>+ </a:t>
            </a:r>
            <a:r>
              <a:rPr lang="en-IE" sz="3600" dirty="0" err="1">
                <a:solidFill>
                  <a:srgbClr val="000089"/>
                </a:solidFill>
                <a:latin typeface="UbuntuMono-Regular"/>
              </a:rPr>
              <a:t>theRest</a:t>
            </a:r>
            <a:r>
              <a:rPr lang="en-IE" sz="3600" dirty="0">
                <a:solidFill>
                  <a:srgbClr val="555555"/>
                </a:solidFill>
                <a:latin typeface="UbuntuMono-Regular"/>
              </a:rPr>
              <a:t>;</a:t>
            </a:r>
          </a:p>
          <a:p>
            <a:pPr marL="0" indent="0">
              <a:buNone/>
            </a:pPr>
            <a:r>
              <a:rPr lang="en-IE" sz="3600" dirty="0">
                <a:solidFill>
                  <a:srgbClr val="555555"/>
                </a:solidFill>
                <a:latin typeface="UbuntuMono-Regular"/>
              </a:rPr>
              <a:t>} </a:t>
            </a:r>
            <a:r>
              <a:rPr lang="en-IE" sz="3600" b="1" dirty="0">
                <a:solidFill>
                  <a:srgbClr val="00669A"/>
                </a:solidFill>
                <a:latin typeface="UbuntuMono-Bold"/>
              </a:rPr>
              <a:t>catch </a:t>
            </a:r>
            <a:r>
              <a:rPr lang="en-IE" sz="3600" dirty="0">
                <a:solidFill>
                  <a:srgbClr val="555555"/>
                </a:solidFill>
                <a:latin typeface="UbuntuMono-Regular"/>
              </a:rPr>
              <a:t>(</a:t>
            </a:r>
            <a:r>
              <a:rPr lang="en-IE" sz="3600" dirty="0">
                <a:solidFill>
                  <a:srgbClr val="000089"/>
                </a:solidFill>
                <a:latin typeface="UbuntuMono-Regular"/>
              </a:rPr>
              <a:t>Exception ex</a:t>
            </a:r>
            <a:r>
              <a:rPr lang="en-IE" sz="3600" dirty="0">
                <a:solidFill>
                  <a:srgbClr val="555555"/>
                </a:solidFill>
                <a:latin typeface="UbuntuMono-Regular"/>
              </a:rPr>
              <a:t>) {</a:t>
            </a:r>
          </a:p>
          <a:p>
            <a:pPr marL="0" indent="0">
              <a:buNone/>
            </a:pPr>
            <a:r>
              <a:rPr lang="en-IE" sz="3600" b="1" dirty="0">
                <a:solidFill>
                  <a:srgbClr val="00669A"/>
                </a:solidFill>
                <a:latin typeface="UbuntuMono-Bold"/>
              </a:rPr>
              <a:t>return </a:t>
            </a:r>
            <a:r>
              <a:rPr lang="en-IE" sz="3600" dirty="0">
                <a:solidFill>
                  <a:srgbClr val="000089"/>
                </a:solidFill>
                <a:latin typeface="UbuntuMono-Regular"/>
              </a:rPr>
              <a:t>line</a:t>
            </a:r>
            <a:r>
              <a:rPr lang="en-IE" sz="3600" dirty="0">
                <a:solidFill>
                  <a:srgbClr val="555555"/>
                </a:solidFill>
                <a:latin typeface="UbuntuMono-Regular"/>
              </a:rPr>
              <a:t>;</a:t>
            </a:r>
          </a:p>
          <a:p>
            <a:pPr marL="0" indent="0">
              <a:buNone/>
            </a:pPr>
            <a:r>
              <a:rPr lang="en-IE" sz="3600" dirty="0">
                <a:solidFill>
                  <a:srgbClr val="555555"/>
                </a:solidFill>
                <a:latin typeface="UbuntuMono-Regular"/>
              </a:rPr>
              <a:t>}</a:t>
            </a:r>
          </a:p>
          <a:p>
            <a:pPr marL="0" indent="0">
              <a:buNone/>
            </a:pPr>
            <a:r>
              <a:rPr lang="en-IE" sz="3600" dirty="0">
                <a:solidFill>
                  <a:srgbClr val="555555"/>
                </a:solidFill>
                <a:latin typeface="UbuntuMono-Regular"/>
              </a:rPr>
              <a:t>}</a:t>
            </a:r>
          </a:p>
          <a:p>
            <a:pPr marL="0" indent="0">
              <a:buNone/>
            </a:pPr>
            <a:r>
              <a:rPr lang="en-IE" sz="3600" dirty="0">
                <a:solidFill>
                  <a:srgbClr val="555555"/>
                </a:solidFill>
                <a:latin typeface="UbuntuMono-Regular"/>
              </a:rPr>
              <a:t>}</a:t>
            </a:r>
            <a:endParaRPr lang="en-IE" sz="3600" b="1" dirty="0"/>
          </a:p>
        </p:txBody>
      </p:sp>
    </p:spTree>
    <p:extLst>
      <p:ext uri="{BB962C8B-B14F-4D97-AF65-F5344CB8AC3E}">
        <p14:creationId xmlns:p14="http://schemas.microsoft.com/office/powerpoint/2010/main" val="40561717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0"/>
            <a:ext cx="9144000" cy="868362"/>
          </a:xfrm>
        </p:spPr>
        <p:txBody>
          <a:bodyPr>
            <a:noAutofit/>
          </a:bodyPr>
          <a:lstStyle/>
          <a:p>
            <a:r>
              <a:rPr lang="en-IE" sz="3200" dirty="0"/>
              <a:t>Processing Web Server </a:t>
            </a:r>
            <a:r>
              <a:rPr lang="en-IE" sz="3200" dirty="0" err="1"/>
              <a:t>Logfiles</a:t>
            </a:r>
            <a:r>
              <a:rPr lang="en-IE" sz="3200" dirty="0"/>
              <a:t> (Using Multithreading)</a:t>
            </a:r>
            <a:endParaRPr lang="en-US" altLang="en-US" sz="3200" dirty="0"/>
          </a:p>
        </p:txBody>
      </p:sp>
      <p:sp>
        <p:nvSpPr>
          <p:cNvPr id="16387" name="Rectangle 3"/>
          <p:cNvSpPr>
            <a:spLocks noGrp="1" noChangeArrowheads="1"/>
          </p:cNvSpPr>
          <p:nvPr>
            <p:ph type="body" idx="1"/>
          </p:nvPr>
        </p:nvSpPr>
        <p:spPr>
          <a:xfrm>
            <a:off x="76200" y="685800"/>
            <a:ext cx="9067800" cy="6172200"/>
          </a:xfrm>
        </p:spPr>
        <p:txBody>
          <a:bodyPr>
            <a:normAutofit fontScale="40000" lnSpcReduction="20000"/>
          </a:bodyPr>
          <a:lstStyle/>
          <a:p>
            <a:pPr marL="0" indent="0">
              <a:buNone/>
            </a:pPr>
            <a:r>
              <a:rPr lang="en-IE" sz="3600" b="1" dirty="0">
                <a:solidFill>
                  <a:srgbClr val="00669A"/>
                </a:solidFill>
                <a:latin typeface="UbuntuMono-Bold"/>
              </a:rPr>
              <a:t>import </a:t>
            </a:r>
            <a:r>
              <a:rPr lang="en-IE" sz="3600" b="1" dirty="0" err="1">
                <a:solidFill>
                  <a:srgbClr val="00CDFF"/>
                </a:solidFill>
                <a:latin typeface="UbuntuMono-Bold"/>
              </a:rPr>
              <a:t>java.util</a:t>
            </a:r>
            <a:r>
              <a:rPr lang="en-IE" sz="3600" b="1" dirty="0">
                <a:solidFill>
                  <a:srgbClr val="00CDFF"/>
                </a:solidFill>
                <a:latin typeface="UbuntuMono-Bold"/>
              </a:rPr>
              <a:t>.*</a:t>
            </a:r>
            <a:r>
              <a:rPr lang="en-IE" sz="3600" dirty="0">
                <a:solidFill>
                  <a:srgbClr val="555555"/>
                </a:solidFill>
                <a:latin typeface="UbuntuMono-Regular"/>
              </a:rPr>
              <a:t>;</a:t>
            </a:r>
          </a:p>
          <a:p>
            <a:pPr marL="0" indent="0">
              <a:buNone/>
            </a:pPr>
            <a:r>
              <a:rPr lang="en-IE" sz="3600" b="1" dirty="0">
                <a:solidFill>
                  <a:srgbClr val="00669A"/>
                </a:solidFill>
                <a:latin typeface="UbuntuMono-Bold"/>
              </a:rPr>
              <a:t>import </a:t>
            </a:r>
            <a:r>
              <a:rPr lang="en-IE" sz="3600" b="1" dirty="0" err="1">
                <a:solidFill>
                  <a:srgbClr val="00CDFF"/>
                </a:solidFill>
                <a:latin typeface="UbuntuMono-Bold"/>
              </a:rPr>
              <a:t>java.util.concurrent</a:t>
            </a:r>
            <a:r>
              <a:rPr lang="en-IE" sz="3600" b="1" dirty="0">
                <a:solidFill>
                  <a:srgbClr val="00CDFF"/>
                </a:solidFill>
                <a:latin typeface="UbuntuMono-Bold"/>
              </a:rPr>
              <a:t>.*</a:t>
            </a:r>
            <a:r>
              <a:rPr lang="en-IE" sz="3600" dirty="0">
                <a:solidFill>
                  <a:srgbClr val="555555"/>
                </a:solidFill>
                <a:latin typeface="UbuntuMono-Regular"/>
              </a:rPr>
              <a:t>;</a:t>
            </a:r>
          </a:p>
          <a:p>
            <a:pPr marL="0" indent="0">
              <a:buNone/>
            </a:pPr>
            <a:r>
              <a:rPr lang="en-IE" sz="3600" i="1" dirty="0">
                <a:solidFill>
                  <a:srgbClr val="35586C"/>
                </a:solidFill>
                <a:latin typeface="UbuntuMono-Italic"/>
              </a:rPr>
              <a:t>// Requires Java 7 for try-with-resources and multi-catch</a:t>
            </a:r>
          </a:p>
          <a:p>
            <a:pPr marL="0" indent="0">
              <a:buNone/>
            </a:pPr>
            <a:r>
              <a:rPr lang="en-IE" sz="3600" b="1" dirty="0">
                <a:solidFill>
                  <a:srgbClr val="00669A"/>
                </a:solidFill>
                <a:latin typeface="UbuntuMono-Bold"/>
              </a:rPr>
              <a:t>public class </a:t>
            </a:r>
            <a:r>
              <a:rPr lang="en-IE" sz="3600" b="1" dirty="0" err="1">
                <a:solidFill>
                  <a:srgbClr val="00AB89"/>
                </a:solidFill>
                <a:latin typeface="UbuntuMono-Bold"/>
              </a:rPr>
              <a:t>PooledWeblog</a:t>
            </a:r>
            <a:r>
              <a:rPr lang="en-IE" sz="3600" b="1" dirty="0">
                <a:solidFill>
                  <a:srgbClr val="00AB89"/>
                </a:solidFill>
                <a:latin typeface="UbuntuMono-Bold"/>
              </a:rPr>
              <a:t> </a:t>
            </a:r>
            <a:r>
              <a:rPr lang="en-IE" sz="3600" dirty="0">
                <a:solidFill>
                  <a:srgbClr val="555555"/>
                </a:solidFill>
                <a:latin typeface="UbuntuMono-Regular"/>
              </a:rPr>
              <a:t>{</a:t>
            </a:r>
          </a:p>
          <a:p>
            <a:pPr marL="0" indent="0">
              <a:buNone/>
            </a:pPr>
            <a:r>
              <a:rPr lang="en-IE" sz="3600" b="1" dirty="0">
                <a:solidFill>
                  <a:srgbClr val="00669A"/>
                </a:solidFill>
                <a:latin typeface="UbuntuMono-Bold"/>
              </a:rPr>
              <a:t>private final static </a:t>
            </a:r>
            <a:r>
              <a:rPr lang="en-IE" sz="3600" b="1" dirty="0" err="1">
                <a:solidFill>
                  <a:srgbClr val="007789"/>
                </a:solidFill>
                <a:latin typeface="UbuntuMono-Bold"/>
              </a:rPr>
              <a:t>int</a:t>
            </a:r>
            <a:r>
              <a:rPr lang="en-IE" sz="3600" b="1" dirty="0">
                <a:solidFill>
                  <a:srgbClr val="007789"/>
                </a:solidFill>
                <a:latin typeface="UbuntuMono-Bold"/>
              </a:rPr>
              <a:t> </a:t>
            </a:r>
            <a:r>
              <a:rPr lang="en-IE" sz="3600" dirty="0">
                <a:solidFill>
                  <a:srgbClr val="000089"/>
                </a:solidFill>
                <a:latin typeface="UbuntuMono-Regular"/>
              </a:rPr>
              <a:t>NUM_THREADS </a:t>
            </a:r>
            <a:r>
              <a:rPr lang="en-IE" sz="3600" dirty="0">
                <a:solidFill>
                  <a:srgbClr val="555555"/>
                </a:solidFill>
                <a:latin typeface="UbuntuMono-Regular"/>
              </a:rPr>
              <a:t>= </a:t>
            </a:r>
            <a:r>
              <a:rPr lang="en-IE" sz="3600" dirty="0">
                <a:solidFill>
                  <a:srgbClr val="FF6600"/>
                </a:solidFill>
                <a:latin typeface="UbuntuMono-Regular"/>
              </a:rPr>
              <a:t>4</a:t>
            </a:r>
            <a:r>
              <a:rPr lang="en-IE" sz="3600" dirty="0">
                <a:solidFill>
                  <a:srgbClr val="555555"/>
                </a:solidFill>
                <a:latin typeface="UbuntuMono-Regular"/>
              </a:rPr>
              <a:t>;</a:t>
            </a:r>
          </a:p>
          <a:p>
            <a:pPr marL="0" indent="0">
              <a:buNone/>
            </a:pPr>
            <a:r>
              <a:rPr lang="en-IE" sz="3600" b="1" dirty="0">
                <a:solidFill>
                  <a:srgbClr val="00669A"/>
                </a:solidFill>
                <a:latin typeface="UbuntuMono-Bold"/>
              </a:rPr>
              <a:t>public static </a:t>
            </a:r>
            <a:r>
              <a:rPr lang="en-IE" sz="3600" b="1" dirty="0">
                <a:solidFill>
                  <a:srgbClr val="007789"/>
                </a:solidFill>
                <a:latin typeface="UbuntuMono-Bold"/>
              </a:rPr>
              <a:t>void </a:t>
            </a:r>
            <a:r>
              <a:rPr lang="en-IE" sz="3600" dirty="0">
                <a:solidFill>
                  <a:srgbClr val="CD00FF"/>
                </a:solidFill>
                <a:latin typeface="UbuntuMono-Regular"/>
              </a:rPr>
              <a:t>main</a:t>
            </a:r>
            <a:r>
              <a:rPr lang="en-IE" sz="3600" dirty="0">
                <a:solidFill>
                  <a:srgbClr val="555555"/>
                </a:solidFill>
                <a:latin typeface="UbuntuMono-Regular"/>
              </a:rPr>
              <a:t>(</a:t>
            </a:r>
            <a:r>
              <a:rPr lang="en-IE" sz="3600" dirty="0">
                <a:solidFill>
                  <a:srgbClr val="000089"/>
                </a:solidFill>
                <a:latin typeface="UbuntuMono-Regular"/>
              </a:rPr>
              <a:t>String</a:t>
            </a:r>
            <a:r>
              <a:rPr lang="en-IE" sz="3600" dirty="0">
                <a:solidFill>
                  <a:srgbClr val="555555"/>
                </a:solidFill>
                <a:latin typeface="UbuntuMono-Regular"/>
              </a:rPr>
              <a:t>[] </a:t>
            </a:r>
            <a:r>
              <a:rPr lang="en-IE" sz="3600" dirty="0" err="1">
                <a:solidFill>
                  <a:srgbClr val="000089"/>
                </a:solidFill>
                <a:latin typeface="UbuntuMono-Regular"/>
              </a:rPr>
              <a:t>args</a:t>
            </a:r>
            <a:r>
              <a:rPr lang="en-IE" sz="3600" dirty="0">
                <a:solidFill>
                  <a:srgbClr val="555555"/>
                </a:solidFill>
                <a:latin typeface="UbuntuMono-Regular"/>
              </a:rPr>
              <a:t>) </a:t>
            </a:r>
            <a:r>
              <a:rPr lang="en-IE" sz="3600" b="1" dirty="0">
                <a:solidFill>
                  <a:srgbClr val="00669A"/>
                </a:solidFill>
                <a:latin typeface="UbuntuMono-Bold"/>
              </a:rPr>
              <a:t>throws </a:t>
            </a:r>
            <a:r>
              <a:rPr lang="en-IE" sz="3600" dirty="0" err="1">
                <a:solidFill>
                  <a:srgbClr val="000089"/>
                </a:solidFill>
                <a:latin typeface="UbuntuMono-Regular"/>
              </a:rPr>
              <a:t>IOException</a:t>
            </a:r>
            <a:r>
              <a:rPr lang="en-IE" sz="3600" dirty="0">
                <a:solidFill>
                  <a:srgbClr val="000089"/>
                </a:solidFill>
                <a:latin typeface="UbuntuMono-Regular"/>
              </a:rPr>
              <a:t> </a:t>
            </a:r>
            <a:r>
              <a:rPr lang="en-IE" sz="3600" dirty="0">
                <a:solidFill>
                  <a:srgbClr val="555555"/>
                </a:solidFill>
                <a:latin typeface="UbuntuMono-Regular"/>
              </a:rPr>
              <a:t>{</a:t>
            </a:r>
          </a:p>
          <a:p>
            <a:pPr marL="0" indent="0">
              <a:buNone/>
            </a:pPr>
            <a:r>
              <a:rPr lang="en-IE" sz="3600" dirty="0" err="1">
                <a:solidFill>
                  <a:srgbClr val="000089"/>
                </a:solidFill>
                <a:latin typeface="UbuntuMono-Regular"/>
              </a:rPr>
              <a:t>ExecutorService</a:t>
            </a:r>
            <a:r>
              <a:rPr lang="en-IE" sz="3600" dirty="0">
                <a:solidFill>
                  <a:srgbClr val="000089"/>
                </a:solidFill>
                <a:latin typeface="UbuntuMono-Regular"/>
              </a:rPr>
              <a:t> executor </a:t>
            </a:r>
            <a:r>
              <a:rPr lang="en-IE" sz="3600" dirty="0">
                <a:solidFill>
                  <a:srgbClr val="555555"/>
                </a:solidFill>
                <a:latin typeface="UbuntuMono-Regular"/>
              </a:rPr>
              <a:t>= </a:t>
            </a:r>
            <a:r>
              <a:rPr lang="en-IE" sz="3600" dirty="0" err="1">
                <a:solidFill>
                  <a:srgbClr val="000089"/>
                </a:solidFill>
                <a:latin typeface="UbuntuMono-Regular"/>
              </a:rPr>
              <a:t>Executors</a:t>
            </a:r>
            <a:r>
              <a:rPr lang="en-IE" sz="3600" dirty="0" err="1">
                <a:solidFill>
                  <a:srgbClr val="555555"/>
                </a:solidFill>
                <a:latin typeface="UbuntuMono-Regular"/>
              </a:rPr>
              <a:t>.</a:t>
            </a:r>
            <a:r>
              <a:rPr lang="en-IE" sz="3600" dirty="0" err="1">
                <a:solidFill>
                  <a:srgbClr val="33009A"/>
                </a:solidFill>
                <a:latin typeface="UbuntuMono-Regular"/>
              </a:rPr>
              <a:t>newFixedThreadPool</a:t>
            </a:r>
            <a:r>
              <a:rPr lang="en-IE" sz="3600" dirty="0">
                <a:solidFill>
                  <a:srgbClr val="555555"/>
                </a:solidFill>
                <a:latin typeface="UbuntuMono-Regular"/>
              </a:rPr>
              <a:t>(</a:t>
            </a:r>
            <a:r>
              <a:rPr lang="en-IE" sz="3600" dirty="0">
                <a:solidFill>
                  <a:srgbClr val="000089"/>
                </a:solidFill>
                <a:latin typeface="UbuntuMono-Regular"/>
              </a:rPr>
              <a:t>NUM_THREADS</a:t>
            </a:r>
            <a:r>
              <a:rPr lang="en-IE" sz="3600" dirty="0">
                <a:solidFill>
                  <a:srgbClr val="555555"/>
                </a:solidFill>
                <a:latin typeface="UbuntuMono-Regular"/>
              </a:rPr>
              <a:t>);</a:t>
            </a:r>
          </a:p>
          <a:p>
            <a:pPr marL="0" indent="0">
              <a:buNone/>
            </a:pPr>
            <a:r>
              <a:rPr lang="en-IE" sz="3600" dirty="0">
                <a:solidFill>
                  <a:srgbClr val="000089"/>
                </a:solidFill>
                <a:latin typeface="UbuntuMono-Regular"/>
              </a:rPr>
              <a:t>Queue</a:t>
            </a:r>
            <a:r>
              <a:rPr lang="en-IE" sz="3600" dirty="0">
                <a:solidFill>
                  <a:srgbClr val="555555"/>
                </a:solidFill>
                <a:latin typeface="UbuntuMono-Regular"/>
              </a:rPr>
              <a:t>&lt;</a:t>
            </a:r>
            <a:r>
              <a:rPr lang="en-IE" sz="3600" dirty="0" err="1">
                <a:solidFill>
                  <a:srgbClr val="000089"/>
                </a:solidFill>
                <a:latin typeface="UbuntuMono-Regular"/>
              </a:rPr>
              <a:t>LogEntry</a:t>
            </a:r>
            <a:r>
              <a:rPr lang="en-IE" sz="3600" dirty="0">
                <a:solidFill>
                  <a:srgbClr val="555555"/>
                </a:solidFill>
                <a:latin typeface="UbuntuMono-Regular"/>
              </a:rPr>
              <a:t>&gt; </a:t>
            </a:r>
            <a:r>
              <a:rPr lang="en-IE" sz="3600" dirty="0">
                <a:solidFill>
                  <a:srgbClr val="000089"/>
                </a:solidFill>
                <a:latin typeface="UbuntuMono-Regular"/>
              </a:rPr>
              <a:t>results </a:t>
            </a:r>
            <a:r>
              <a:rPr lang="en-IE" sz="3600" dirty="0">
                <a:solidFill>
                  <a:srgbClr val="555555"/>
                </a:solidFill>
                <a:latin typeface="UbuntuMono-Regular"/>
              </a:rPr>
              <a:t>= </a:t>
            </a:r>
            <a:r>
              <a:rPr lang="en-IE" sz="3600" b="1" dirty="0">
                <a:solidFill>
                  <a:srgbClr val="00669A"/>
                </a:solidFill>
                <a:latin typeface="UbuntuMono-Bold"/>
              </a:rPr>
              <a:t>new </a:t>
            </a:r>
            <a:r>
              <a:rPr lang="en-IE" sz="3600" dirty="0" err="1">
                <a:solidFill>
                  <a:srgbClr val="000089"/>
                </a:solidFill>
                <a:latin typeface="UbuntuMono-Regular"/>
              </a:rPr>
              <a:t>LinkedList</a:t>
            </a:r>
            <a:r>
              <a:rPr lang="en-IE" sz="3600" dirty="0">
                <a:solidFill>
                  <a:srgbClr val="555555"/>
                </a:solidFill>
                <a:latin typeface="UbuntuMono-Regular"/>
              </a:rPr>
              <a:t>&lt;</a:t>
            </a:r>
            <a:r>
              <a:rPr lang="en-IE" sz="3600" dirty="0" err="1">
                <a:solidFill>
                  <a:srgbClr val="000089"/>
                </a:solidFill>
                <a:latin typeface="UbuntuMono-Regular"/>
              </a:rPr>
              <a:t>LogEntry</a:t>
            </a:r>
            <a:r>
              <a:rPr lang="en-IE" sz="3600" dirty="0">
                <a:solidFill>
                  <a:srgbClr val="555555"/>
                </a:solidFill>
                <a:latin typeface="UbuntuMono-Regular"/>
              </a:rPr>
              <a:t>&gt;();</a:t>
            </a:r>
          </a:p>
          <a:p>
            <a:pPr marL="0" indent="0">
              <a:buNone/>
            </a:pPr>
            <a:r>
              <a:rPr lang="en-IE" sz="3600" b="1" dirty="0">
                <a:solidFill>
                  <a:srgbClr val="00669A"/>
                </a:solidFill>
                <a:latin typeface="UbuntuMono-Bold"/>
              </a:rPr>
              <a:t>try </a:t>
            </a:r>
            <a:r>
              <a:rPr lang="en-IE" sz="3600" dirty="0">
                <a:solidFill>
                  <a:srgbClr val="555555"/>
                </a:solidFill>
                <a:latin typeface="UbuntuMono-Regular"/>
              </a:rPr>
              <a:t>(</a:t>
            </a:r>
            <a:r>
              <a:rPr lang="en-IE" sz="3600" dirty="0" err="1">
                <a:solidFill>
                  <a:srgbClr val="000089"/>
                </a:solidFill>
                <a:latin typeface="UbuntuMono-Regular"/>
              </a:rPr>
              <a:t>BufferedReader</a:t>
            </a:r>
            <a:r>
              <a:rPr lang="en-IE" sz="3600" dirty="0">
                <a:solidFill>
                  <a:srgbClr val="000089"/>
                </a:solidFill>
                <a:latin typeface="UbuntuMono-Regular"/>
              </a:rPr>
              <a:t> in </a:t>
            </a:r>
            <a:r>
              <a:rPr lang="en-IE" sz="3600" dirty="0">
                <a:solidFill>
                  <a:srgbClr val="555555"/>
                </a:solidFill>
                <a:latin typeface="UbuntuMono-Regular"/>
              </a:rPr>
              <a:t>= </a:t>
            </a:r>
            <a:r>
              <a:rPr lang="en-IE" sz="3600" b="1" dirty="0">
                <a:solidFill>
                  <a:srgbClr val="00669A"/>
                </a:solidFill>
                <a:latin typeface="UbuntuMono-Bold"/>
              </a:rPr>
              <a:t>new </a:t>
            </a:r>
            <a:r>
              <a:rPr lang="en-IE" sz="3600" dirty="0" err="1">
                <a:solidFill>
                  <a:srgbClr val="000089"/>
                </a:solidFill>
                <a:latin typeface="UbuntuMono-Regular"/>
              </a:rPr>
              <a:t>BufferedReader</a:t>
            </a:r>
            <a:r>
              <a:rPr lang="en-IE" sz="3600" dirty="0">
                <a:solidFill>
                  <a:srgbClr val="555555"/>
                </a:solidFill>
                <a:latin typeface="UbuntuMono-Regular"/>
              </a:rPr>
              <a:t>(</a:t>
            </a:r>
          </a:p>
          <a:p>
            <a:pPr marL="0" indent="0">
              <a:buNone/>
            </a:pPr>
            <a:r>
              <a:rPr lang="en-IE" sz="3600" b="1" dirty="0">
                <a:solidFill>
                  <a:srgbClr val="00669A"/>
                </a:solidFill>
                <a:latin typeface="UbuntuMono-Bold"/>
              </a:rPr>
              <a:t>new </a:t>
            </a:r>
            <a:r>
              <a:rPr lang="en-IE" sz="3600" dirty="0" err="1">
                <a:solidFill>
                  <a:srgbClr val="CD00FF"/>
                </a:solidFill>
                <a:latin typeface="UbuntuMono-Regular"/>
              </a:rPr>
              <a:t>InputStreamReader</a:t>
            </a:r>
            <a:r>
              <a:rPr lang="en-IE" sz="3600" dirty="0">
                <a:solidFill>
                  <a:srgbClr val="555555"/>
                </a:solidFill>
                <a:latin typeface="UbuntuMono-Regular"/>
              </a:rPr>
              <a:t>(</a:t>
            </a:r>
            <a:r>
              <a:rPr lang="en-IE" sz="3600" b="1" dirty="0">
                <a:solidFill>
                  <a:srgbClr val="00669A"/>
                </a:solidFill>
                <a:latin typeface="UbuntuMono-Bold"/>
              </a:rPr>
              <a:t>new </a:t>
            </a:r>
            <a:r>
              <a:rPr lang="en-IE" sz="3600" dirty="0" err="1">
                <a:solidFill>
                  <a:srgbClr val="000089"/>
                </a:solidFill>
                <a:latin typeface="UbuntuMono-Regular"/>
              </a:rPr>
              <a:t>FileInputStream</a:t>
            </a:r>
            <a:r>
              <a:rPr lang="en-IE" sz="3600" dirty="0">
                <a:solidFill>
                  <a:srgbClr val="555555"/>
                </a:solidFill>
                <a:latin typeface="UbuntuMono-Regular"/>
              </a:rPr>
              <a:t>(</a:t>
            </a:r>
            <a:r>
              <a:rPr lang="en-IE" sz="3600" dirty="0" err="1">
                <a:solidFill>
                  <a:srgbClr val="000089"/>
                </a:solidFill>
                <a:latin typeface="UbuntuMono-Regular"/>
              </a:rPr>
              <a:t>args</a:t>
            </a:r>
            <a:r>
              <a:rPr lang="en-IE" sz="3600" dirty="0">
                <a:solidFill>
                  <a:srgbClr val="555555"/>
                </a:solidFill>
                <a:latin typeface="UbuntuMono-Regular"/>
              </a:rPr>
              <a:t>[</a:t>
            </a:r>
            <a:r>
              <a:rPr lang="en-IE" sz="3600" dirty="0">
                <a:solidFill>
                  <a:srgbClr val="FF6600"/>
                </a:solidFill>
                <a:latin typeface="UbuntuMono-Regular"/>
              </a:rPr>
              <a:t>0</a:t>
            </a:r>
            <a:r>
              <a:rPr lang="en-IE" sz="3600" dirty="0">
                <a:solidFill>
                  <a:srgbClr val="555555"/>
                </a:solidFill>
                <a:latin typeface="UbuntuMono-Regular"/>
              </a:rPr>
              <a:t>]), </a:t>
            </a:r>
            <a:r>
              <a:rPr lang="en-IE" sz="3600" dirty="0">
                <a:solidFill>
                  <a:srgbClr val="CD3300"/>
                </a:solidFill>
                <a:latin typeface="UbuntuMono-Regular"/>
              </a:rPr>
              <a:t>"UTF-8"</a:t>
            </a:r>
            <a:r>
              <a:rPr lang="en-IE" sz="3600" dirty="0">
                <a:solidFill>
                  <a:srgbClr val="555555"/>
                </a:solidFill>
                <a:latin typeface="UbuntuMono-Regular"/>
              </a:rPr>
              <a:t>));) {</a:t>
            </a:r>
          </a:p>
          <a:p>
            <a:pPr marL="0" indent="0">
              <a:buNone/>
            </a:pPr>
            <a:r>
              <a:rPr lang="en-IE" sz="3600" b="1" dirty="0">
                <a:solidFill>
                  <a:srgbClr val="00669A"/>
                </a:solidFill>
                <a:latin typeface="UbuntuMono-Bold"/>
              </a:rPr>
              <a:t>for </a:t>
            </a:r>
            <a:r>
              <a:rPr lang="en-IE" sz="3600" dirty="0">
                <a:solidFill>
                  <a:srgbClr val="555555"/>
                </a:solidFill>
                <a:latin typeface="UbuntuMono-Regular"/>
              </a:rPr>
              <a:t>(</a:t>
            </a:r>
            <a:r>
              <a:rPr lang="en-IE" sz="3600" dirty="0">
                <a:solidFill>
                  <a:srgbClr val="000089"/>
                </a:solidFill>
                <a:latin typeface="UbuntuMono-Regular"/>
              </a:rPr>
              <a:t>String entry </a:t>
            </a:r>
            <a:r>
              <a:rPr lang="en-IE" sz="3600" dirty="0">
                <a:solidFill>
                  <a:srgbClr val="555555"/>
                </a:solidFill>
                <a:latin typeface="UbuntuMono-Regular"/>
              </a:rPr>
              <a:t>= </a:t>
            </a:r>
            <a:r>
              <a:rPr lang="en-IE" sz="3600" dirty="0" err="1">
                <a:solidFill>
                  <a:srgbClr val="000089"/>
                </a:solidFill>
                <a:latin typeface="UbuntuMono-Regular"/>
              </a:rPr>
              <a:t>in</a:t>
            </a:r>
            <a:r>
              <a:rPr lang="en-IE" sz="3600" dirty="0" err="1">
                <a:solidFill>
                  <a:srgbClr val="555555"/>
                </a:solidFill>
                <a:latin typeface="UbuntuMono-Regular"/>
              </a:rPr>
              <a:t>.</a:t>
            </a:r>
            <a:r>
              <a:rPr lang="en-IE" sz="3600" dirty="0" err="1">
                <a:solidFill>
                  <a:srgbClr val="33009A"/>
                </a:solidFill>
                <a:latin typeface="UbuntuMono-Regular"/>
              </a:rPr>
              <a:t>readLine</a:t>
            </a:r>
            <a:r>
              <a:rPr lang="en-IE" sz="3600" dirty="0">
                <a:solidFill>
                  <a:srgbClr val="555555"/>
                </a:solidFill>
                <a:latin typeface="UbuntuMono-Regular"/>
              </a:rPr>
              <a:t>(); </a:t>
            </a:r>
            <a:r>
              <a:rPr lang="en-IE" sz="3600" dirty="0">
                <a:solidFill>
                  <a:srgbClr val="000089"/>
                </a:solidFill>
                <a:latin typeface="UbuntuMono-Regular"/>
              </a:rPr>
              <a:t>entry </a:t>
            </a:r>
            <a:r>
              <a:rPr lang="en-IE" sz="3600" dirty="0">
                <a:solidFill>
                  <a:srgbClr val="555555"/>
                </a:solidFill>
                <a:latin typeface="UbuntuMono-Regular"/>
              </a:rPr>
              <a:t>!= </a:t>
            </a:r>
            <a:r>
              <a:rPr lang="en-IE" sz="3600" b="1" dirty="0">
                <a:solidFill>
                  <a:srgbClr val="00669A"/>
                </a:solidFill>
                <a:latin typeface="UbuntuMono-Bold"/>
              </a:rPr>
              <a:t>null</a:t>
            </a:r>
            <a:r>
              <a:rPr lang="en-IE" sz="3600" dirty="0">
                <a:solidFill>
                  <a:srgbClr val="555555"/>
                </a:solidFill>
                <a:latin typeface="UbuntuMono-Regular"/>
              </a:rPr>
              <a:t>; </a:t>
            </a:r>
            <a:r>
              <a:rPr lang="en-IE" sz="3600" dirty="0">
                <a:solidFill>
                  <a:srgbClr val="000089"/>
                </a:solidFill>
                <a:latin typeface="UbuntuMono-Regular"/>
              </a:rPr>
              <a:t>entry </a:t>
            </a:r>
            <a:r>
              <a:rPr lang="en-IE" sz="3600" dirty="0">
                <a:solidFill>
                  <a:srgbClr val="555555"/>
                </a:solidFill>
                <a:latin typeface="UbuntuMono-Regular"/>
              </a:rPr>
              <a:t>= </a:t>
            </a:r>
            <a:r>
              <a:rPr lang="en-IE" sz="3600" dirty="0" err="1">
                <a:solidFill>
                  <a:srgbClr val="000089"/>
                </a:solidFill>
                <a:latin typeface="UbuntuMono-Regular"/>
              </a:rPr>
              <a:t>in</a:t>
            </a:r>
            <a:r>
              <a:rPr lang="en-IE" sz="3600" dirty="0" err="1">
                <a:solidFill>
                  <a:srgbClr val="555555"/>
                </a:solidFill>
                <a:latin typeface="UbuntuMono-Regular"/>
              </a:rPr>
              <a:t>.</a:t>
            </a:r>
            <a:r>
              <a:rPr lang="en-IE" sz="3600" dirty="0" err="1">
                <a:solidFill>
                  <a:srgbClr val="33009A"/>
                </a:solidFill>
                <a:latin typeface="UbuntuMono-Regular"/>
              </a:rPr>
              <a:t>readLine</a:t>
            </a:r>
            <a:r>
              <a:rPr lang="en-IE" sz="3600" dirty="0">
                <a:solidFill>
                  <a:srgbClr val="555555"/>
                </a:solidFill>
                <a:latin typeface="UbuntuMono-Regular"/>
              </a:rPr>
              <a:t>()) {</a:t>
            </a:r>
          </a:p>
          <a:p>
            <a:pPr marL="0" indent="0">
              <a:buNone/>
            </a:pPr>
            <a:r>
              <a:rPr lang="en-IE" sz="3600" dirty="0" err="1">
                <a:solidFill>
                  <a:srgbClr val="000089"/>
                </a:solidFill>
                <a:latin typeface="UbuntuMono-Regular"/>
              </a:rPr>
              <a:t>LookupTask</a:t>
            </a:r>
            <a:r>
              <a:rPr lang="en-IE" sz="3600" dirty="0">
                <a:solidFill>
                  <a:srgbClr val="000089"/>
                </a:solidFill>
                <a:latin typeface="UbuntuMono-Regular"/>
              </a:rPr>
              <a:t> task </a:t>
            </a:r>
            <a:r>
              <a:rPr lang="en-IE" sz="3600" dirty="0">
                <a:solidFill>
                  <a:srgbClr val="555555"/>
                </a:solidFill>
                <a:latin typeface="UbuntuMono-Regular"/>
              </a:rPr>
              <a:t>= </a:t>
            </a:r>
            <a:r>
              <a:rPr lang="en-IE" sz="3600" b="1" dirty="0">
                <a:solidFill>
                  <a:srgbClr val="00669A"/>
                </a:solidFill>
                <a:latin typeface="UbuntuMono-Bold"/>
              </a:rPr>
              <a:t>new </a:t>
            </a:r>
            <a:r>
              <a:rPr lang="en-IE" sz="3600" dirty="0" err="1">
                <a:solidFill>
                  <a:srgbClr val="000089"/>
                </a:solidFill>
                <a:latin typeface="UbuntuMono-Regular"/>
              </a:rPr>
              <a:t>LookupTask</a:t>
            </a:r>
            <a:r>
              <a:rPr lang="en-IE" sz="3600" dirty="0">
                <a:solidFill>
                  <a:srgbClr val="555555"/>
                </a:solidFill>
                <a:latin typeface="UbuntuMono-Regular"/>
              </a:rPr>
              <a:t>(</a:t>
            </a:r>
            <a:r>
              <a:rPr lang="en-IE" sz="3600" dirty="0">
                <a:solidFill>
                  <a:srgbClr val="000089"/>
                </a:solidFill>
                <a:latin typeface="UbuntuMono-Regular"/>
              </a:rPr>
              <a:t>entry</a:t>
            </a:r>
            <a:r>
              <a:rPr lang="en-IE" sz="3600" dirty="0">
                <a:solidFill>
                  <a:srgbClr val="555555"/>
                </a:solidFill>
                <a:latin typeface="UbuntuMono-Regular"/>
              </a:rPr>
              <a:t>);</a:t>
            </a:r>
          </a:p>
          <a:p>
            <a:pPr marL="0" indent="0">
              <a:buNone/>
            </a:pPr>
            <a:r>
              <a:rPr lang="en-IE" sz="3600" dirty="0">
                <a:solidFill>
                  <a:srgbClr val="000089"/>
                </a:solidFill>
                <a:latin typeface="UbuntuMono-Regular"/>
              </a:rPr>
              <a:t>Future</a:t>
            </a:r>
            <a:r>
              <a:rPr lang="en-IE" sz="3600" dirty="0">
                <a:solidFill>
                  <a:srgbClr val="555555"/>
                </a:solidFill>
                <a:latin typeface="UbuntuMono-Regular"/>
              </a:rPr>
              <a:t>&lt;</a:t>
            </a:r>
            <a:r>
              <a:rPr lang="en-IE" sz="3600" dirty="0">
                <a:solidFill>
                  <a:srgbClr val="000089"/>
                </a:solidFill>
                <a:latin typeface="UbuntuMono-Regular"/>
              </a:rPr>
              <a:t>String</a:t>
            </a:r>
            <a:r>
              <a:rPr lang="en-IE" sz="3600" dirty="0">
                <a:solidFill>
                  <a:srgbClr val="555555"/>
                </a:solidFill>
                <a:latin typeface="UbuntuMono-Regular"/>
              </a:rPr>
              <a:t>&gt; </a:t>
            </a:r>
            <a:r>
              <a:rPr lang="en-IE" sz="3600" dirty="0">
                <a:solidFill>
                  <a:srgbClr val="000089"/>
                </a:solidFill>
                <a:latin typeface="UbuntuMono-Regular"/>
              </a:rPr>
              <a:t>future </a:t>
            </a:r>
            <a:r>
              <a:rPr lang="en-IE" sz="3600" dirty="0">
                <a:solidFill>
                  <a:srgbClr val="555555"/>
                </a:solidFill>
                <a:latin typeface="UbuntuMono-Regular"/>
              </a:rPr>
              <a:t>= </a:t>
            </a:r>
            <a:r>
              <a:rPr lang="en-IE" sz="3600" dirty="0" err="1">
                <a:solidFill>
                  <a:srgbClr val="000089"/>
                </a:solidFill>
                <a:latin typeface="UbuntuMono-Regular"/>
              </a:rPr>
              <a:t>executor</a:t>
            </a:r>
            <a:r>
              <a:rPr lang="en-IE" sz="3600" dirty="0" err="1">
                <a:solidFill>
                  <a:srgbClr val="555555"/>
                </a:solidFill>
                <a:latin typeface="UbuntuMono-Regular"/>
              </a:rPr>
              <a:t>.</a:t>
            </a:r>
            <a:r>
              <a:rPr lang="en-IE" sz="3600" dirty="0" err="1">
                <a:solidFill>
                  <a:srgbClr val="33009A"/>
                </a:solidFill>
                <a:latin typeface="UbuntuMono-Regular"/>
              </a:rPr>
              <a:t>submit</a:t>
            </a:r>
            <a:r>
              <a:rPr lang="en-IE" sz="3600" dirty="0">
                <a:solidFill>
                  <a:srgbClr val="555555"/>
                </a:solidFill>
                <a:latin typeface="UbuntuMono-Regular"/>
              </a:rPr>
              <a:t>(</a:t>
            </a:r>
            <a:r>
              <a:rPr lang="en-IE" sz="3600" dirty="0">
                <a:solidFill>
                  <a:srgbClr val="000089"/>
                </a:solidFill>
                <a:latin typeface="UbuntuMono-Regular"/>
              </a:rPr>
              <a:t>task</a:t>
            </a:r>
            <a:r>
              <a:rPr lang="en-IE" sz="3600" dirty="0">
                <a:solidFill>
                  <a:srgbClr val="555555"/>
                </a:solidFill>
                <a:latin typeface="UbuntuMono-Regular"/>
              </a:rPr>
              <a:t>);</a:t>
            </a:r>
          </a:p>
          <a:p>
            <a:pPr marL="0" indent="0">
              <a:buNone/>
            </a:pPr>
            <a:r>
              <a:rPr lang="en-IE" sz="3600" dirty="0" err="1">
                <a:solidFill>
                  <a:srgbClr val="000089"/>
                </a:solidFill>
                <a:latin typeface="UbuntuMono-Regular"/>
              </a:rPr>
              <a:t>LogEntry</a:t>
            </a:r>
            <a:r>
              <a:rPr lang="en-IE" sz="3600" dirty="0">
                <a:solidFill>
                  <a:srgbClr val="000089"/>
                </a:solidFill>
                <a:latin typeface="UbuntuMono-Regular"/>
              </a:rPr>
              <a:t> result </a:t>
            </a:r>
            <a:r>
              <a:rPr lang="en-IE" sz="3600" dirty="0">
                <a:solidFill>
                  <a:srgbClr val="555555"/>
                </a:solidFill>
                <a:latin typeface="UbuntuMono-Regular"/>
              </a:rPr>
              <a:t>= </a:t>
            </a:r>
            <a:r>
              <a:rPr lang="en-IE" sz="3600" b="1" dirty="0">
                <a:solidFill>
                  <a:srgbClr val="00669A"/>
                </a:solidFill>
                <a:latin typeface="UbuntuMono-Bold"/>
              </a:rPr>
              <a:t>new </a:t>
            </a:r>
            <a:r>
              <a:rPr lang="en-IE" sz="3600" dirty="0" err="1">
                <a:solidFill>
                  <a:srgbClr val="000089"/>
                </a:solidFill>
                <a:latin typeface="UbuntuMono-Regular"/>
              </a:rPr>
              <a:t>LogEntry</a:t>
            </a:r>
            <a:r>
              <a:rPr lang="en-IE" sz="3600" dirty="0">
                <a:solidFill>
                  <a:srgbClr val="555555"/>
                </a:solidFill>
                <a:latin typeface="UbuntuMono-Regular"/>
              </a:rPr>
              <a:t>(</a:t>
            </a:r>
            <a:r>
              <a:rPr lang="en-IE" sz="3600" dirty="0">
                <a:solidFill>
                  <a:srgbClr val="000089"/>
                </a:solidFill>
                <a:latin typeface="UbuntuMono-Regular"/>
              </a:rPr>
              <a:t>entry</a:t>
            </a:r>
            <a:r>
              <a:rPr lang="en-IE" sz="3600" dirty="0">
                <a:solidFill>
                  <a:srgbClr val="555555"/>
                </a:solidFill>
                <a:latin typeface="UbuntuMono-Regular"/>
              </a:rPr>
              <a:t>, </a:t>
            </a:r>
            <a:r>
              <a:rPr lang="en-IE" sz="3600" dirty="0">
                <a:solidFill>
                  <a:srgbClr val="000089"/>
                </a:solidFill>
                <a:latin typeface="UbuntuMono-Regular"/>
              </a:rPr>
              <a:t>future</a:t>
            </a:r>
            <a:r>
              <a:rPr lang="en-IE" sz="3600" dirty="0">
                <a:solidFill>
                  <a:srgbClr val="555555"/>
                </a:solidFill>
                <a:latin typeface="UbuntuMono-Regular"/>
              </a:rPr>
              <a:t>);</a:t>
            </a:r>
          </a:p>
          <a:p>
            <a:pPr marL="0" indent="0">
              <a:buNone/>
            </a:pPr>
            <a:r>
              <a:rPr lang="en-IE" sz="3600" dirty="0" err="1">
                <a:solidFill>
                  <a:srgbClr val="000089"/>
                </a:solidFill>
                <a:latin typeface="UbuntuMono-Regular"/>
              </a:rPr>
              <a:t>results</a:t>
            </a:r>
            <a:r>
              <a:rPr lang="en-IE" sz="3600" dirty="0" err="1">
                <a:solidFill>
                  <a:srgbClr val="555555"/>
                </a:solidFill>
                <a:latin typeface="UbuntuMono-Regular"/>
              </a:rPr>
              <a:t>.</a:t>
            </a:r>
            <a:r>
              <a:rPr lang="en-IE" sz="3600" dirty="0" err="1">
                <a:solidFill>
                  <a:srgbClr val="33009A"/>
                </a:solidFill>
                <a:latin typeface="UbuntuMono-Regular"/>
              </a:rPr>
              <a:t>add</a:t>
            </a:r>
            <a:r>
              <a:rPr lang="en-IE" sz="3600" dirty="0">
                <a:solidFill>
                  <a:srgbClr val="555555"/>
                </a:solidFill>
                <a:latin typeface="UbuntuMono-Regular"/>
              </a:rPr>
              <a:t>(</a:t>
            </a:r>
            <a:r>
              <a:rPr lang="en-IE" sz="3600" dirty="0">
                <a:solidFill>
                  <a:srgbClr val="000089"/>
                </a:solidFill>
                <a:latin typeface="UbuntuMono-Regular"/>
              </a:rPr>
              <a:t>result</a:t>
            </a:r>
            <a:r>
              <a:rPr lang="en-IE" sz="3600" dirty="0">
                <a:solidFill>
                  <a:srgbClr val="555555"/>
                </a:solidFill>
                <a:latin typeface="UbuntuMono-Regular"/>
              </a:rPr>
              <a:t>);</a:t>
            </a:r>
          </a:p>
          <a:p>
            <a:pPr marL="0" indent="0">
              <a:buNone/>
            </a:pPr>
            <a:r>
              <a:rPr lang="en-IE" sz="3600" dirty="0">
                <a:solidFill>
                  <a:srgbClr val="555555"/>
                </a:solidFill>
                <a:latin typeface="UbuntuMono-Regular"/>
              </a:rPr>
              <a:t>}</a:t>
            </a:r>
          </a:p>
          <a:p>
            <a:pPr marL="0" indent="0">
              <a:buNone/>
            </a:pPr>
            <a:r>
              <a:rPr lang="en-IE" sz="3600" dirty="0">
                <a:solidFill>
                  <a:srgbClr val="555555"/>
                </a:solidFill>
                <a:latin typeface="UbuntuMono-Regular"/>
              </a:rPr>
              <a:t>}</a:t>
            </a:r>
          </a:p>
          <a:p>
            <a:pPr marL="0" indent="0">
              <a:buNone/>
            </a:pPr>
            <a:r>
              <a:rPr lang="en-IE" sz="3600" i="1" dirty="0">
                <a:solidFill>
                  <a:srgbClr val="35586C"/>
                </a:solidFill>
                <a:latin typeface="UbuntuMono-Italic"/>
              </a:rPr>
              <a:t>// Start printing the results. This blocks each time a result isn't ready.</a:t>
            </a:r>
          </a:p>
          <a:p>
            <a:pPr marL="0" indent="0">
              <a:buNone/>
            </a:pPr>
            <a:r>
              <a:rPr lang="en-IE" sz="3600" b="1" dirty="0">
                <a:solidFill>
                  <a:srgbClr val="00669A"/>
                </a:solidFill>
                <a:latin typeface="UbuntuMono-Bold"/>
              </a:rPr>
              <a:t>for </a:t>
            </a:r>
            <a:r>
              <a:rPr lang="en-IE" sz="3600" dirty="0">
                <a:solidFill>
                  <a:srgbClr val="555555"/>
                </a:solidFill>
                <a:latin typeface="UbuntuMono-Regular"/>
              </a:rPr>
              <a:t>(</a:t>
            </a:r>
            <a:r>
              <a:rPr lang="en-IE" sz="3600" dirty="0" err="1">
                <a:solidFill>
                  <a:srgbClr val="000089"/>
                </a:solidFill>
                <a:latin typeface="UbuntuMono-Regular"/>
              </a:rPr>
              <a:t>LogEntry</a:t>
            </a:r>
            <a:r>
              <a:rPr lang="en-IE" sz="3600" dirty="0">
                <a:solidFill>
                  <a:srgbClr val="000089"/>
                </a:solidFill>
                <a:latin typeface="UbuntuMono-Regular"/>
              </a:rPr>
              <a:t> result </a:t>
            </a:r>
            <a:r>
              <a:rPr lang="en-IE" sz="3600" dirty="0">
                <a:solidFill>
                  <a:srgbClr val="555555"/>
                </a:solidFill>
                <a:latin typeface="UbuntuMono-Regular"/>
              </a:rPr>
              <a:t>: </a:t>
            </a:r>
            <a:r>
              <a:rPr lang="en-IE" sz="3600" dirty="0">
                <a:solidFill>
                  <a:srgbClr val="000089"/>
                </a:solidFill>
                <a:latin typeface="UbuntuMono-Regular"/>
              </a:rPr>
              <a:t>results</a:t>
            </a:r>
            <a:r>
              <a:rPr lang="en-IE" sz="3600" dirty="0">
                <a:solidFill>
                  <a:srgbClr val="555555"/>
                </a:solidFill>
                <a:latin typeface="UbuntuMono-Regular"/>
              </a:rPr>
              <a:t>) {</a:t>
            </a:r>
          </a:p>
          <a:p>
            <a:pPr marL="0" indent="0">
              <a:buNone/>
            </a:pPr>
            <a:r>
              <a:rPr lang="en-IE" sz="3600" b="1" dirty="0">
                <a:solidFill>
                  <a:srgbClr val="00669A"/>
                </a:solidFill>
                <a:latin typeface="UbuntuMono-Bold"/>
              </a:rPr>
              <a:t>try </a:t>
            </a:r>
            <a:r>
              <a:rPr lang="en-IE" sz="3600" dirty="0">
                <a:solidFill>
                  <a:srgbClr val="555555"/>
                </a:solidFill>
                <a:latin typeface="UbuntuMono-Regular"/>
              </a:rPr>
              <a:t>{</a:t>
            </a:r>
          </a:p>
          <a:p>
            <a:pPr marL="0" indent="0">
              <a:buNone/>
            </a:pPr>
            <a:r>
              <a:rPr lang="en-IE" sz="3600" dirty="0" err="1">
                <a:solidFill>
                  <a:srgbClr val="000089"/>
                </a:solidFill>
                <a:latin typeface="UbuntuMono-Regular"/>
              </a:rPr>
              <a:t>System</a:t>
            </a:r>
            <a:r>
              <a:rPr lang="en-IE" sz="3600" dirty="0" err="1">
                <a:solidFill>
                  <a:srgbClr val="555555"/>
                </a:solidFill>
                <a:latin typeface="UbuntuMono-Regular"/>
              </a:rPr>
              <a:t>.</a:t>
            </a:r>
            <a:r>
              <a:rPr lang="en-IE" sz="3600" dirty="0" err="1">
                <a:solidFill>
                  <a:srgbClr val="33009A"/>
                </a:solidFill>
                <a:latin typeface="UbuntuMono-Regular"/>
              </a:rPr>
              <a:t>out</a:t>
            </a:r>
            <a:r>
              <a:rPr lang="en-IE" sz="3600" dirty="0" err="1">
                <a:solidFill>
                  <a:srgbClr val="555555"/>
                </a:solidFill>
                <a:latin typeface="UbuntuMono-Regular"/>
              </a:rPr>
              <a:t>.</a:t>
            </a:r>
            <a:r>
              <a:rPr lang="en-IE" sz="3600" dirty="0" err="1">
                <a:solidFill>
                  <a:srgbClr val="33009A"/>
                </a:solidFill>
                <a:latin typeface="UbuntuMono-Regular"/>
              </a:rPr>
              <a:t>println</a:t>
            </a:r>
            <a:r>
              <a:rPr lang="en-IE" sz="3600" dirty="0">
                <a:solidFill>
                  <a:srgbClr val="555555"/>
                </a:solidFill>
                <a:latin typeface="UbuntuMono-Regular"/>
              </a:rPr>
              <a:t>(</a:t>
            </a:r>
            <a:r>
              <a:rPr lang="en-IE" sz="3600" dirty="0" err="1">
                <a:solidFill>
                  <a:srgbClr val="000089"/>
                </a:solidFill>
                <a:latin typeface="UbuntuMono-Regular"/>
              </a:rPr>
              <a:t>result</a:t>
            </a:r>
            <a:r>
              <a:rPr lang="en-IE" sz="3600" dirty="0" err="1">
                <a:solidFill>
                  <a:srgbClr val="555555"/>
                </a:solidFill>
                <a:latin typeface="UbuntuMono-Regular"/>
              </a:rPr>
              <a:t>.</a:t>
            </a:r>
            <a:r>
              <a:rPr lang="en-IE" sz="3600" dirty="0" err="1">
                <a:solidFill>
                  <a:srgbClr val="33009A"/>
                </a:solidFill>
                <a:latin typeface="UbuntuMono-Regular"/>
              </a:rPr>
              <a:t>future</a:t>
            </a:r>
            <a:r>
              <a:rPr lang="en-IE" sz="3600" dirty="0" err="1">
                <a:solidFill>
                  <a:srgbClr val="555555"/>
                </a:solidFill>
                <a:latin typeface="UbuntuMono-Regular"/>
              </a:rPr>
              <a:t>.</a:t>
            </a:r>
            <a:r>
              <a:rPr lang="en-IE" sz="3600" dirty="0" err="1">
                <a:solidFill>
                  <a:srgbClr val="33009A"/>
                </a:solidFill>
                <a:latin typeface="UbuntuMono-Regular"/>
              </a:rPr>
              <a:t>get</a:t>
            </a:r>
            <a:r>
              <a:rPr lang="en-IE" sz="3600" dirty="0">
                <a:solidFill>
                  <a:srgbClr val="555555"/>
                </a:solidFill>
                <a:latin typeface="UbuntuMono-Regular"/>
              </a:rPr>
              <a:t>());</a:t>
            </a:r>
          </a:p>
          <a:p>
            <a:pPr marL="0" indent="0">
              <a:buNone/>
            </a:pPr>
            <a:r>
              <a:rPr lang="en-IE" sz="3600" dirty="0">
                <a:solidFill>
                  <a:srgbClr val="555555"/>
                </a:solidFill>
                <a:latin typeface="UbuntuMono-Regular"/>
              </a:rPr>
              <a:t>} </a:t>
            </a:r>
            <a:r>
              <a:rPr lang="en-IE" sz="3600" b="1" dirty="0">
                <a:solidFill>
                  <a:srgbClr val="00669A"/>
                </a:solidFill>
                <a:latin typeface="UbuntuMono-Bold"/>
              </a:rPr>
              <a:t>catch </a:t>
            </a:r>
            <a:r>
              <a:rPr lang="en-IE" sz="3600" dirty="0">
                <a:solidFill>
                  <a:srgbClr val="555555"/>
                </a:solidFill>
                <a:latin typeface="UbuntuMono-Regular"/>
              </a:rPr>
              <a:t>(</a:t>
            </a:r>
            <a:r>
              <a:rPr lang="en-IE" sz="3600" dirty="0" err="1">
                <a:solidFill>
                  <a:srgbClr val="000089"/>
                </a:solidFill>
                <a:latin typeface="UbuntuMono-Regular"/>
              </a:rPr>
              <a:t>InterruptedException</a:t>
            </a:r>
            <a:r>
              <a:rPr lang="en-IE" sz="3600" dirty="0">
                <a:solidFill>
                  <a:srgbClr val="000089"/>
                </a:solidFill>
                <a:latin typeface="UbuntuMono-Regular"/>
              </a:rPr>
              <a:t> </a:t>
            </a:r>
            <a:r>
              <a:rPr lang="en-IE" sz="3600" dirty="0">
                <a:solidFill>
                  <a:srgbClr val="555555"/>
                </a:solidFill>
                <a:latin typeface="UbuntuMono-Regular"/>
              </a:rPr>
              <a:t>| </a:t>
            </a:r>
            <a:r>
              <a:rPr lang="en-IE" sz="3600" dirty="0" err="1">
                <a:solidFill>
                  <a:srgbClr val="000089"/>
                </a:solidFill>
                <a:latin typeface="UbuntuMono-Regular"/>
              </a:rPr>
              <a:t>ExecutionException</a:t>
            </a:r>
            <a:r>
              <a:rPr lang="en-IE" sz="3600" dirty="0">
                <a:solidFill>
                  <a:srgbClr val="000089"/>
                </a:solidFill>
                <a:latin typeface="UbuntuMono-Regular"/>
              </a:rPr>
              <a:t> ex</a:t>
            </a:r>
            <a:r>
              <a:rPr lang="en-IE" sz="3600" dirty="0">
                <a:solidFill>
                  <a:srgbClr val="555555"/>
                </a:solidFill>
                <a:latin typeface="UbuntuMono-Regular"/>
              </a:rPr>
              <a:t>) {</a:t>
            </a:r>
          </a:p>
          <a:p>
            <a:pPr marL="0" indent="0">
              <a:buNone/>
            </a:pPr>
            <a:r>
              <a:rPr lang="en-IE" sz="3600" dirty="0" err="1">
                <a:solidFill>
                  <a:srgbClr val="000089"/>
                </a:solidFill>
                <a:latin typeface="UbuntuMono-Regular"/>
              </a:rPr>
              <a:t>System</a:t>
            </a:r>
            <a:r>
              <a:rPr lang="en-IE" sz="3600" dirty="0" err="1">
                <a:solidFill>
                  <a:srgbClr val="555555"/>
                </a:solidFill>
                <a:latin typeface="UbuntuMono-Regular"/>
              </a:rPr>
              <a:t>.</a:t>
            </a:r>
            <a:r>
              <a:rPr lang="en-IE" sz="3600" dirty="0" err="1">
                <a:solidFill>
                  <a:srgbClr val="33009A"/>
                </a:solidFill>
                <a:latin typeface="UbuntuMono-Regular"/>
              </a:rPr>
              <a:t>out</a:t>
            </a:r>
            <a:r>
              <a:rPr lang="en-IE" sz="3600" dirty="0" err="1">
                <a:solidFill>
                  <a:srgbClr val="555555"/>
                </a:solidFill>
                <a:latin typeface="UbuntuMono-Regular"/>
              </a:rPr>
              <a:t>.</a:t>
            </a:r>
            <a:r>
              <a:rPr lang="en-IE" sz="3600" dirty="0" err="1">
                <a:solidFill>
                  <a:srgbClr val="33009A"/>
                </a:solidFill>
                <a:latin typeface="UbuntuMono-Regular"/>
              </a:rPr>
              <a:t>println</a:t>
            </a:r>
            <a:r>
              <a:rPr lang="en-IE" sz="3600" dirty="0">
                <a:solidFill>
                  <a:srgbClr val="555555"/>
                </a:solidFill>
                <a:latin typeface="UbuntuMono-Regular"/>
              </a:rPr>
              <a:t>(</a:t>
            </a:r>
            <a:r>
              <a:rPr lang="en-IE" sz="3600" dirty="0" err="1">
                <a:solidFill>
                  <a:srgbClr val="000089"/>
                </a:solidFill>
                <a:latin typeface="UbuntuMono-Regular"/>
              </a:rPr>
              <a:t>result</a:t>
            </a:r>
            <a:r>
              <a:rPr lang="en-IE" sz="3600" dirty="0" err="1">
                <a:solidFill>
                  <a:srgbClr val="555555"/>
                </a:solidFill>
                <a:latin typeface="UbuntuMono-Regular"/>
              </a:rPr>
              <a:t>.</a:t>
            </a:r>
            <a:r>
              <a:rPr lang="en-IE" sz="3600" dirty="0" err="1">
                <a:solidFill>
                  <a:srgbClr val="33009A"/>
                </a:solidFill>
                <a:latin typeface="UbuntuMono-Regular"/>
              </a:rPr>
              <a:t>original</a:t>
            </a:r>
            <a:r>
              <a:rPr lang="en-IE" sz="3600" dirty="0">
                <a:solidFill>
                  <a:srgbClr val="555555"/>
                </a:solidFill>
                <a:latin typeface="UbuntuMono-Regular"/>
              </a:rPr>
              <a:t>);</a:t>
            </a:r>
          </a:p>
          <a:p>
            <a:pPr marL="0" indent="0">
              <a:buNone/>
            </a:pPr>
            <a:r>
              <a:rPr lang="en-IE" sz="3600" dirty="0">
                <a:solidFill>
                  <a:srgbClr val="555555"/>
                </a:solidFill>
                <a:latin typeface="UbuntuMono-Regular"/>
              </a:rPr>
              <a:t>}</a:t>
            </a:r>
          </a:p>
          <a:p>
            <a:pPr marL="0" indent="0">
              <a:buNone/>
            </a:pPr>
            <a:r>
              <a:rPr lang="en-IE" sz="3600" dirty="0">
                <a:solidFill>
                  <a:srgbClr val="555555"/>
                </a:solidFill>
                <a:latin typeface="UbuntuMono-Regular"/>
              </a:rPr>
              <a:t>}</a:t>
            </a:r>
          </a:p>
          <a:p>
            <a:pPr marL="0" indent="0">
              <a:buNone/>
            </a:pPr>
            <a:r>
              <a:rPr lang="en-IE" sz="3600" dirty="0" err="1">
                <a:solidFill>
                  <a:srgbClr val="000089"/>
                </a:solidFill>
                <a:latin typeface="UbuntuMono-Regular"/>
              </a:rPr>
              <a:t>executor</a:t>
            </a:r>
            <a:r>
              <a:rPr lang="en-IE" sz="3600" dirty="0" err="1">
                <a:solidFill>
                  <a:srgbClr val="555555"/>
                </a:solidFill>
                <a:latin typeface="UbuntuMono-Regular"/>
              </a:rPr>
              <a:t>.</a:t>
            </a:r>
            <a:r>
              <a:rPr lang="en-IE" sz="3600" dirty="0" err="1">
                <a:solidFill>
                  <a:srgbClr val="33009A"/>
                </a:solidFill>
                <a:latin typeface="UbuntuMono-Regular"/>
              </a:rPr>
              <a:t>shutdown</a:t>
            </a:r>
            <a:r>
              <a:rPr lang="en-IE" sz="3600" dirty="0">
                <a:solidFill>
                  <a:srgbClr val="555555"/>
                </a:solidFill>
                <a:latin typeface="UbuntuMono-Regular"/>
              </a:rPr>
              <a:t>();</a:t>
            </a:r>
          </a:p>
          <a:p>
            <a:pPr marL="0" indent="0">
              <a:buNone/>
            </a:pPr>
            <a:r>
              <a:rPr lang="en-IE" sz="3600" dirty="0">
                <a:solidFill>
                  <a:srgbClr val="555555"/>
                </a:solidFill>
                <a:latin typeface="UbuntuMono-Regular"/>
              </a:rPr>
              <a:t>}</a:t>
            </a:r>
          </a:p>
          <a:p>
            <a:pPr marL="0" indent="0">
              <a:buNone/>
            </a:pPr>
            <a:r>
              <a:rPr lang="en-US" sz="3600" b="1" dirty="0">
                <a:solidFill>
                  <a:srgbClr val="555555"/>
                </a:solidFill>
                <a:latin typeface="UbuntuMono-Regular"/>
              </a:rPr>
              <a:t>}</a:t>
            </a:r>
            <a:endParaRPr lang="en-IE" sz="3600" b="1" dirty="0"/>
          </a:p>
        </p:txBody>
      </p:sp>
    </p:spTree>
    <p:extLst>
      <p:ext uri="{BB962C8B-B14F-4D97-AF65-F5344CB8AC3E}">
        <p14:creationId xmlns:p14="http://schemas.microsoft.com/office/powerpoint/2010/main" val="19512746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0"/>
            <a:ext cx="9144000" cy="868362"/>
          </a:xfrm>
        </p:spPr>
        <p:txBody>
          <a:bodyPr>
            <a:noAutofit/>
          </a:bodyPr>
          <a:lstStyle/>
          <a:p>
            <a:r>
              <a:rPr lang="en-IE" sz="3200" dirty="0"/>
              <a:t>Processing Web Server </a:t>
            </a:r>
            <a:r>
              <a:rPr lang="en-IE" sz="3200" dirty="0" err="1"/>
              <a:t>Logfiles</a:t>
            </a:r>
            <a:r>
              <a:rPr lang="en-IE" sz="3200" dirty="0"/>
              <a:t> (Using Multithreading)</a:t>
            </a:r>
            <a:endParaRPr lang="en-US" altLang="en-US" sz="3200" dirty="0"/>
          </a:p>
        </p:txBody>
      </p:sp>
      <p:sp>
        <p:nvSpPr>
          <p:cNvPr id="16387" name="Rectangle 3"/>
          <p:cNvSpPr>
            <a:spLocks noGrp="1" noChangeArrowheads="1"/>
          </p:cNvSpPr>
          <p:nvPr>
            <p:ph type="body" idx="1"/>
          </p:nvPr>
        </p:nvSpPr>
        <p:spPr>
          <a:xfrm>
            <a:off x="76200" y="685800"/>
            <a:ext cx="9067800" cy="6172200"/>
          </a:xfrm>
        </p:spPr>
        <p:txBody>
          <a:bodyPr>
            <a:normAutofit/>
          </a:bodyPr>
          <a:lstStyle/>
          <a:p>
            <a:pPr marL="0" indent="0">
              <a:buNone/>
            </a:pPr>
            <a:r>
              <a:rPr lang="en-IE" b="1" dirty="0">
                <a:solidFill>
                  <a:srgbClr val="00669A"/>
                </a:solidFill>
                <a:latin typeface="UbuntuMono-Bold"/>
              </a:rPr>
              <a:t>private static class </a:t>
            </a:r>
            <a:r>
              <a:rPr lang="en-IE" b="1" dirty="0" err="1">
                <a:solidFill>
                  <a:srgbClr val="00AB89"/>
                </a:solidFill>
                <a:latin typeface="UbuntuMono-Bold"/>
              </a:rPr>
              <a:t>LogEntry</a:t>
            </a:r>
            <a:r>
              <a:rPr lang="en-IE" b="1" dirty="0">
                <a:solidFill>
                  <a:srgbClr val="00AB89"/>
                </a:solidFill>
                <a:latin typeface="UbuntuMono-Bold"/>
              </a:rPr>
              <a:t> </a:t>
            </a:r>
            <a:r>
              <a:rPr lang="en-IE" dirty="0">
                <a:solidFill>
                  <a:srgbClr val="555555"/>
                </a:solidFill>
                <a:latin typeface="UbuntuMono-Regular"/>
              </a:rPr>
              <a:t>{</a:t>
            </a:r>
          </a:p>
          <a:p>
            <a:pPr marL="0" indent="0">
              <a:buNone/>
            </a:pPr>
            <a:r>
              <a:rPr lang="en-IE" dirty="0">
                <a:solidFill>
                  <a:srgbClr val="000089"/>
                </a:solidFill>
                <a:latin typeface="UbuntuMono-Regular"/>
              </a:rPr>
              <a:t>String original</a:t>
            </a:r>
            <a:r>
              <a:rPr lang="en-IE" dirty="0">
                <a:solidFill>
                  <a:srgbClr val="555555"/>
                </a:solidFill>
                <a:latin typeface="UbuntuMono-Regular"/>
              </a:rPr>
              <a:t>;</a:t>
            </a:r>
          </a:p>
          <a:p>
            <a:pPr marL="0" indent="0">
              <a:buNone/>
            </a:pPr>
            <a:r>
              <a:rPr lang="en-IE" dirty="0">
                <a:solidFill>
                  <a:srgbClr val="000089"/>
                </a:solidFill>
                <a:latin typeface="UbuntuMono-Regular"/>
              </a:rPr>
              <a:t>Future</a:t>
            </a:r>
            <a:r>
              <a:rPr lang="en-IE" dirty="0">
                <a:solidFill>
                  <a:srgbClr val="555555"/>
                </a:solidFill>
                <a:latin typeface="UbuntuMono-Regular"/>
              </a:rPr>
              <a:t>&lt;</a:t>
            </a:r>
            <a:r>
              <a:rPr lang="en-IE" dirty="0">
                <a:solidFill>
                  <a:srgbClr val="000089"/>
                </a:solidFill>
                <a:latin typeface="UbuntuMono-Regular"/>
              </a:rPr>
              <a:t>String</a:t>
            </a:r>
            <a:r>
              <a:rPr lang="en-IE" dirty="0">
                <a:solidFill>
                  <a:srgbClr val="555555"/>
                </a:solidFill>
                <a:latin typeface="UbuntuMono-Regular"/>
              </a:rPr>
              <a:t>&gt; </a:t>
            </a:r>
            <a:r>
              <a:rPr lang="en-IE" dirty="0">
                <a:solidFill>
                  <a:srgbClr val="000089"/>
                </a:solidFill>
                <a:latin typeface="UbuntuMono-Regular"/>
              </a:rPr>
              <a:t>future</a:t>
            </a:r>
            <a:r>
              <a:rPr lang="en-IE" dirty="0">
                <a:solidFill>
                  <a:srgbClr val="555555"/>
                </a:solidFill>
                <a:latin typeface="UbuntuMono-Regular"/>
              </a:rPr>
              <a:t>;</a:t>
            </a:r>
          </a:p>
          <a:p>
            <a:pPr marL="0" indent="0">
              <a:buNone/>
            </a:pPr>
            <a:r>
              <a:rPr lang="en-IE" dirty="0" err="1">
                <a:solidFill>
                  <a:srgbClr val="000089"/>
                </a:solidFill>
                <a:latin typeface="UbuntuMono-Regular"/>
              </a:rPr>
              <a:t>LogEntry</a:t>
            </a:r>
            <a:r>
              <a:rPr lang="en-IE" dirty="0">
                <a:solidFill>
                  <a:srgbClr val="555555"/>
                </a:solidFill>
                <a:latin typeface="UbuntuMono-Regular"/>
              </a:rPr>
              <a:t>(</a:t>
            </a:r>
          </a:p>
          <a:p>
            <a:pPr marL="0" indent="0">
              <a:buNone/>
            </a:pPr>
            <a:r>
              <a:rPr lang="en-IE" dirty="0">
                <a:solidFill>
                  <a:srgbClr val="000089"/>
                </a:solidFill>
                <a:latin typeface="UbuntuMono-Regular"/>
              </a:rPr>
              <a:t>String original</a:t>
            </a:r>
            <a:r>
              <a:rPr lang="en-IE" dirty="0">
                <a:solidFill>
                  <a:srgbClr val="555555"/>
                </a:solidFill>
                <a:latin typeface="UbuntuMono-Regular"/>
              </a:rPr>
              <a:t>, </a:t>
            </a:r>
            <a:r>
              <a:rPr lang="en-IE" dirty="0">
                <a:solidFill>
                  <a:srgbClr val="000089"/>
                </a:solidFill>
                <a:latin typeface="UbuntuMono-Regular"/>
              </a:rPr>
              <a:t>Future</a:t>
            </a:r>
            <a:r>
              <a:rPr lang="en-IE" dirty="0">
                <a:solidFill>
                  <a:srgbClr val="555555"/>
                </a:solidFill>
                <a:latin typeface="UbuntuMono-Regular"/>
              </a:rPr>
              <a:t>&lt;</a:t>
            </a:r>
            <a:r>
              <a:rPr lang="en-IE" dirty="0">
                <a:solidFill>
                  <a:srgbClr val="000089"/>
                </a:solidFill>
                <a:latin typeface="UbuntuMono-Regular"/>
              </a:rPr>
              <a:t>String</a:t>
            </a:r>
            <a:r>
              <a:rPr lang="en-IE" dirty="0">
                <a:solidFill>
                  <a:srgbClr val="555555"/>
                </a:solidFill>
                <a:latin typeface="UbuntuMono-Regular"/>
              </a:rPr>
              <a:t>&gt; </a:t>
            </a:r>
            <a:r>
              <a:rPr lang="en-IE" dirty="0">
                <a:solidFill>
                  <a:srgbClr val="000089"/>
                </a:solidFill>
                <a:latin typeface="UbuntuMono-Regular"/>
              </a:rPr>
              <a:t>future</a:t>
            </a:r>
            <a:r>
              <a:rPr lang="en-IE" dirty="0">
                <a:solidFill>
                  <a:srgbClr val="555555"/>
                </a:solidFill>
                <a:latin typeface="UbuntuMono-Regular"/>
              </a:rPr>
              <a:t>) {</a:t>
            </a:r>
          </a:p>
          <a:p>
            <a:pPr marL="0" indent="0">
              <a:buNone/>
            </a:pPr>
            <a:r>
              <a:rPr lang="en-IE" b="1" dirty="0" err="1">
                <a:solidFill>
                  <a:srgbClr val="00669A"/>
                </a:solidFill>
                <a:latin typeface="UbuntuMono-Bold"/>
              </a:rPr>
              <a:t>this</a:t>
            </a:r>
            <a:r>
              <a:rPr lang="en-IE" dirty="0" err="1">
                <a:solidFill>
                  <a:srgbClr val="555555"/>
                </a:solidFill>
                <a:latin typeface="UbuntuMono-Regular"/>
              </a:rPr>
              <a:t>.</a:t>
            </a:r>
            <a:r>
              <a:rPr lang="en-IE" dirty="0" err="1">
                <a:solidFill>
                  <a:srgbClr val="33009A"/>
                </a:solidFill>
                <a:latin typeface="UbuntuMono-Regular"/>
              </a:rPr>
              <a:t>original</a:t>
            </a:r>
            <a:r>
              <a:rPr lang="en-IE" dirty="0">
                <a:solidFill>
                  <a:srgbClr val="33009A"/>
                </a:solidFill>
                <a:latin typeface="UbuntuMono-Regular"/>
              </a:rPr>
              <a:t> </a:t>
            </a:r>
            <a:r>
              <a:rPr lang="en-IE" dirty="0">
                <a:solidFill>
                  <a:srgbClr val="555555"/>
                </a:solidFill>
                <a:latin typeface="UbuntuMono-Regular"/>
              </a:rPr>
              <a:t>= </a:t>
            </a:r>
            <a:r>
              <a:rPr lang="en-IE" dirty="0">
                <a:solidFill>
                  <a:srgbClr val="000089"/>
                </a:solidFill>
                <a:latin typeface="UbuntuMono-Regular"/>
              </a:rPr>
              <a:t>original</a:t>
            </a:r>
            <a:r>
              <a:rPr lang="en-IE" dirty="0">
                <a:solidFill>
                  <a:srgbClr val="555555"/>
                </a:solidFill>
                <a:latin typeface="UbuntuMono-Regular"/>
              </a:rPr>
              <a:t>;</a:t>
            </a:r>
          </a:p>
          <a:p>
            <a:pPr marL="0" indent="0">
              <a:buNone/>
            </a:pPr>
            <a:r>
              <a:rPr lang="en-IE" b="1" dirty="0" err="1">
                <a:solidFill>
                  <a:srgbClr val="00669A"/>
                </a:solidFill>
                <a:latin typeface="UbuntuMono-Bold"/>
              </a:rPr>
              <a:t>this</a:t>
            </a:r>
            <a:r>
              <a:rPr lang="en-IE" dirty="0" err="1">
                <a:solidFill>
                  <a:srgbClr val="555555"/>
                </a:solidFill>
                <a:latin typeface="UbuntuMono-Regular"/>
              </a:rPr>
              <a:t>.</a:t>
            </a:r>
            <a:r>
              <a:rPr lang="en-IE" dirty="0" err="1">
                <a:solidFill>
                  <a:srgbClr val="33009A"/>
                </a:solidFill>
                <a:latin typeface="UbuntuMono-Regular"/>
              </a:rPr>
              <a:t>future</a:t>
            </a:r>
            <a:r>
              <a:rPr lang="en-IE" dirty="0">
                <a:solidFill>
                  <a:srgbClr val="33009A"/>
                </a:solidFill>
                <a:latin typeface="UbuntuMono-Regular"/>
              </a:rPr>
              <a:t> </a:t>
            </a:r>
            <a:r>
              <a:rPr lang="en-IE" dirty="0">
                <a:solidFill>
                  <a:srgbClr val="555555"/>
                </a:solidFill>
                <a:latin typeface="UbuntuMono-Regular"/>
              </a:rPr>
              <a:t>= </a:t>
            </a:r>
            <a:r>
              <a:rPr lang="en-IE" dirty="0">
                <a:solidFill>
                  <a:srgbClr val="000089"/>
                </a:solidFill>
                <a:latin typeface="UbuntuMono-Regular"/>
              </a:rPr>
              <a:t>future</a:t>
            </a:r>
            <a:r>
              <a:rPr lang="en-IE" dirty="0">
                <a:solidFill>
                  <a:srgbClr val="555555"/>
                </a:solidFill>
                <a:latin typeface="UbuntuMono-Regular"/>
              </a:rPr>
              <a:t>;</a:t>
            </a:r>
          </a:p>
          <a:p>
            <a:pPr marL="0" indent="0">
              <a:buNone/>
            </a:pPr>
            <a:r>
              <a:rPr lang="en-IE" dirty="0">
                <a:solidFill>
                  <a:srgbClr val="555555"/>
                </a:solidFill>
                <a:latin typeface="UbuntuMono-Regular"/>
              </a:rPr>
              <a:t>}</a:t>
            </a:r>
          </a:p>
          <a:p>
            <a:pPr marL="0" indent="0">
              <a:buNone/>
            </a:pPr>
            <a:r>
              <a:rPr lang="en-IE" dirty="0">
                <a:solidFill>
                  <a:srgbClr val="555555"/>
                </a:solidFill>
                <a:latin typeface="UbuntuMono-Regular"/>
              </a:rPr>
              <a:t>}</a:t>
            </a:r>
          </a:p>
          <a:p>
            <a:pPr marL="0" indent="0">
              <a:buNone/>
            </a:pPr>
            <a:r>
              <a:rPr lang="en-IE" dirty="0">
                <a:solidFill>
                  <a:srgbClr val="555555"/>
                </a:solidFill>
                <a:latin typeface="UbuntuMono-Regular"/>
              </a:rPr>
              <a:t>}</a:t>
            </a:r>
            <a:endParaRPr lang="en-IE" b="1" dirty="0"/>
          </a:p>
        </p:txBody>
      </p:sp>
    </p:spTree>
    <p:extLst>
      <p:ext uri="{BB962C8B-B14F-4D97-AF65-F5344CB8AC3E}">
        <p14:creationId xmlns:p14="http://schemas.microsoft.com/office/powerpoint/2010/main" val="15194327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42D679B6F40C48B2519DEB851FE85E" ma:contentTypeVersion="3" ma:contentTypeDescription="Create a new document." ma:contentTypeScope="" ma:versionID="575d8b23c4b8b11c8120af33fe0370b6">
  <xsd:schema xmlns:xsd="http://www.w3.org/2001/XMLSchema" xmlns:xs="http://www.w3.org/2001/XMLSchema" xmlns:p="http://schemas.microsoft.com/office/2006/metadata/properties" xmlns:ns2="03033146-d356-4da8-83b8-91c471b948ed" targetNamespace="http://schemas.microsoft.com/office/2006/metadata/properties" ma:root="true" ma:fieldsID="bcaf4ecb0242332874b477bff2821e57" ns2:_="">
    <xsd:import namespace="03033146-d356-4da8-83b8-91c471b948e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033146-d356-4da8-83b8-91c471b948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B5FD05B-DF60-439C-8382-E6E5F8F2A684}"/>
</file>

<file path=customXml/itemProps2.xml><?xml version="1.0" encoding="utf-8"?>
<ds:datastoreItem xmlns:ds="http://schemas.openxmlformats.org/officeDocument/2006/customXml" ds:itemID="{212D247E-E121-4B12-8455-8F73492E715E}"/>
</file>

<file path=customXml/itemProps3.xml><?xml version="1.0" encoding="utf-8"?>
<ds:datastoreItem xmlns:ds="http://schemas.openxmlformats.org/officeDocument/2006/customXml" ds:itemID="{56ECB1A0-4B72-4AF3-85B9-11F378236A49}"/>
</file>

<file path=docProps/app.xml><?xml version="1.0" encoding="utf-8"?>
<Properties xmlns="http://schemas.openxmlformats.org/officeDocument/2006/extended-properties" xmlns:vt="http://schemas.openxmlformats.org/officeDocument/2006/docPropsVTypes">
  <TotalTime>3381</TotalTime>
  <Words>4562</Words>
  <Application>Microsoft Office PowerPoint</Application>
  <PresentationFormat>On-screen Show (4:3)</PresentationFormat>
  <Paragraphs>471</Paragraphs>
  <Slides>36</Slides>
  <Notes>34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vt:lpstr>
      <vt:lpstr>Calibri</vt:lpstr>
      <vt:lpstr>Consolas</vt:lpstr>
      <vt:lpstr>MinionPro-Regular</vt:lpstr>
      <vt:lpstr>UbuntuMono-Bold</vt:lpstr>
      <vt:lpstr>UbuntuMono-Italic</vt:lpstr>
      <vt:lpstr>UbuntuMono-Regular</vt:lpstr>
      <vt:lpstr>Office Theme</vt:lpstr>
      <vt:lpstr>Net Centric Programming</vt:lpstr>
      <vt:lpstr>IP Addresses</vt:lpstr>
      <vt:lpstr>InetAddress Class </vt:lpstr>
      <vt:lpstr>Create a new InetAddress Object</vt:lpstr>
      <vt:lpstr>Example (Get IP Address)</vt:lpstr>
      <vt:lpstr>Example (Get Host name from IP)</vt:lpstr>
      <vt:lpstr>Example (Get list of IPs)</vt:lpstr>
      <vt:lpstr>Example (Get Local Host)</vt:lpstr>
      <vt:lpstr>Example (IP by address)</vt:lpstr>
      <vt:lpstr>Caching</vt:lpstr>
      <vt:lpstr>Caching….(2)</vt:lpstr>
      <vt:lpstr>Lookup by IP Address</vt:lpstr>
      <vt:lpstr>Security Issues</vt:lpstr>
      <vt:lpstr>Getter Methods</vt:lpstr>
      <vt:lpstr>Getter Methods</vt:lpstr>
      <vt:lpstr>Example: IP address of local machine</vt:lpstr>
      <vt:lpstr>Example 4-5. Determining whether an IP address is v4 or v6</vt:lpstr>
      <vt:lpstr>Address Types</vt:lpstr>
      <vt:lpstr>Address Types</vt:lpstr>
      <vt:lpstr>Address Types</vt:lpstr>
      <vt:lpstr>Address Types</vt:lpstr>
      <vt:lpstr>Address Types</vt:lpstr>
      <vt:lpstr>Example. Testing the characteristics of an IP address</vt:lpstr>
      <vt:lpstr>Reachability</vt:lpstr>
      <vt:lpstr>Example: Equal </vt:lpstr>
      <vt:lpstr>Network Interface</vt:lpstr>
      <vt:lpstr>Network Interface</vt:lpstr>
      <vt:lpstr>Network Interface</vt:lpstr>
      <vt:lpstr>Getter Methods of NetworkInterface</vt:lpstr>
      <vt:lpstr>Spam Check</vt:lpstr>
      <vt:lpstr>Example: Spam Check</vt:lpstr>
      <vt:lpstr>Processing Web Server Logfiles</vt:lpstr>
      <vt:lpstr>Processing Web Server Logfiles (Sequentially)</vt:lpstr>
      <vt:lpstr>Processing Web Server Logfiles (Using Multithreading)</vt:lpstr>
      <vt:lpstr>Processing Web Server Logfiles (Using Multithreading)</vt:lpstr>
      <vt:lpstr>Processing Web Server Logfiles (Using Multithreading)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Imran</dc:creator>
  <cp:lastModifiedBy>Adeel-ur-Rehman Zafar</cp:lastModifiedBy>
  <cp:revision>1566</cp:revision>
  <dcterms:created xsi:type="dcterms:W3CDTF">2016-10-08T12:39:52Z</dcterms:created>
  <dcterms:modified xsi:type="dcterms:W3CDTF">2025-02-24T10:06:25Z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0x0101008242D679B6F40C48B2519DEB851FE85E</vt:lpwstr>
  </property>
</Properties>
</file>